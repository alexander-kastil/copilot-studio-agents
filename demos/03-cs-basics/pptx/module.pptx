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Copilot Studio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A working, grounded agent in Teams, built without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