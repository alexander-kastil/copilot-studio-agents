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Introduction to Copilot Cowork &amp; Copilot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The foundation for the whole course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Automate Business Processes with Copilot Studio and Copilot Cowork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