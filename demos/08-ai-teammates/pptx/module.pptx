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AI Teammates: Autopilot &amp; Agent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Agents with their own identity that keep a business process moving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Automate Business Processes with Copilot Studio and Copilot 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