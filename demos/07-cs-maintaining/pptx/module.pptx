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12799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dule-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088" y="0"/>
            <a:ext cx="402591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127999" y="0"/>
            <a:ext cx="38089" cy="6858000"/>
          </a:xfrm>
          <a:prstGeom prst="rect">
            <a:avLst/>
          </a:prstGeom>
          <a:solidFill>
            <a:srgbClr val="D4B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67" y="1740392"/>
            <a:ext cx="254000" cy="19017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000" y="1580000"/>
            <a:ext cx="6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700" b="1">
                <a:solidFill>
                  <a:srgbClr val="2D3436"/>
                </a:solidFill>
                <a:latin typeface="Montserrat"/>
              </a:rPr>
              <a:t>MODULE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000" y="2150000"/>
            <a:ext cx="71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5000" b="1">
                <a:solidFill>
                  <a:srgbClr val="2D3436"/>
                </a:solidFill>
                <a:latin typeface="Montserrat"/>
              </a:rPr>
              <a:t>Publishing &amp; Maintaining Copilot Studio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767" y="4500000"/>
            <a:ext cx="7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2000" b="0">
                <a:solidFill>
                  <a:srgbClr val="595F67"/>
                </a:solidFill>
                <a:latin typeface="Poppins"/>
              </a:rPr>
              <a:t>Everything that happens after the agent works on your screen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767" y="5500000"/>
            <a:ext cx="6900000" cy="12700"/>
          </a:xfrm>
          <a:prstGeom prst="rect">
            <a:avLst/>
          </a:prstGeom>
          <a:solidFill>
            <a:srgbClr val="E3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767" y="5620000"/>
            <a:ext cx="7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0">
                <a:solidFill>
                  <a:srgbClr val="595F67"/>
                </a:solidFill>
                <a:latin typeface="Poppins"/>
              </a:rPr>
              <a:t>Automate Business Processes with Copilot Studio and Copilot Cowork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