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GitHub Copilot Agents in Copilot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Build, ground, extend and test the second kind of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Automate Business Processes with Copilot Studio and Copilot Cowork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