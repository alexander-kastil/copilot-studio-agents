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1. Title and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/>
              <a:t>[Range or product name]</a:t>
            </a:r>
          </a:p>
          <a:p>
            <a:pPr>
              <a:spcAft>
                <a:spcPts val="1400"/>
              </a:spcAft>
            </a:pPr>
            <a:r>
              <a:rPr sz="1800"/>
              <a:t>[One-sentence promise: what this gives the partner, not what it is]</a:t>
            </a:r>
          </a:p>
          <a:p>
            <a:pPr>
              <a:spcAft>
                <a:spcPts val="1400"/>
              </a:spcAft>
            </a:pPr>
            <a:r>
              <a:rPr sz="1800"/>
              <a:t>[Season and availability window]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2. 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/>
              <a:t>[The market movement that makes this range necessary, in one line]</a:t>
            </a:r>
          </a:p>
          <a:p>
            <a:pPr>
              <a:spcAft>
                <a:spcPts val="1400"/>
              </a:spcAft>
            </a:pPr>
            <a:r>
              <a:rPr sz="1800"/>
              <a:t>[Two supporting facts with the source named]</a:t>
            </a:r>
          </a:p>
          <a:p>
            <a:pPr>
              <a:spcAft>
                <a:spcPts val="1400"/>
              </a:spcAft>
            </a:pPr>
            <a:r>
              <a:rPr sz="1800"/>
              <a:t>[What happens to a partner who sits this one out]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3.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/>
              <a:t>[What the partner's current assortment cannot answer]</a:t>
            </a:r>
          </a:p>
          <a:p>
            <a:pPr>
              <a:spcAft>
                <a:spcPts val="1400"/>
              </a:spcAft>
            </a:pPr>
            <a:r>
              <a:rPr sz="1800"/>
              <a:t>[Which customer walks out without buying, and why]</a:t>
            </a:r>
          </a:p>
          <a:p>
            <a:pPr>
              <a:spcAft>
                <a:spcPts val="1400"/>
              </a:spcAft>
            </a:pPr>
            <a:r>
              <a:rPr sz="1800"/>
              <a:t>[Size the gap: segment growth or lost basket]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4.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/>
              <a:t>[What the range is: pieces, materials, fit intent]</a:t>
            </a:r>
          </a:p>
          <a:p>
            <a:pPr>
              <a:spcAft>
                <a:spcPts val="1400"/>
              </a:spcAft>
            </a:pPr>
            <a:r>
              <a:rPr sz="1800"/>
              <a:t>[The three things it does that the incumbent range does not]</a:t>
            </a:r>
          </a:p>
          <a:p>
            <a:pPr>
              <a:spcAft>
                <a:spcPts val="1400"/>
              </a:spcAft>
            </a:pPr>
            <a:r>
              <a:rPr sz="1800"/>
              <a:t>[Price band and margin position]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5. Why Aurora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/>
              <a:t>[The proof we can substantiate, with the number]</a:t>
            </a:r>
          </a:p>
          <a:p>
            <a:pPr>
              <a:spcAft>
                <a:spcPts val="1400"/>
              </a:spcAft>
            </a:pPr>
            <a:r>
              <a:rPr sz="1800"/>
              <a:t>[The differentiator a competitor cannot copy this season]</a:t>
            </a:r>
          </a:p>
          <a:p>
            <a:pPr>
              <a:spcAft>
                <a:spcPts val="1400"/>
              </a:spcAft>
            </a:pPr>
            <a:r>
              <a:rPr sz="1800"/>
              <a:t>[Which messaging pillar this range carries]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6. The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/>
              <a:t>[Order tiers: volume, terms, exclusivity window]</a:t>
            </a:r>
          </a:p>
          <a:p>
            <a:pPr>
              <a:spcAft>
                <a:spcPts val="1400"/>
              </a:spcAft>
            </a:pPr>
            <a:r>
              <a:rPr sz="1800"/>
              <a:t>[Partner-facing services included]</a:t>
            </a:r>
          </a:p>
          <a:p>
            <a:pPr>
              <a:spcAft>
                <a:spcPts val="1400"/>
              </a:spcAft>
            </a:pPr>
            <a:r>
              <a:rPr sz="1800"/>
              <a:t>[Marketing and in-store support]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7.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/>
              <a:t>[The one concrete action asked of the partner]</a:t>
            </a:r>
          </a:p>
          <a:p>
            <a:pPr>
              <a:spcAft>
                <a:spcPts val="1400"/>
              </a:spcAft>
            </a:pPr>
            <a:r>
              <a:rPr sz="1800"/>
              <a:t>[The date it has to happen by]</a:t>
            </a:r>
          </a:p>
          <a:p>
            <a:pPr>
              <a:spcAft>
                <a:spcPts val="1400"/>
              </a:spcAft>
            </a:pPr>
            <a:r>
              <a:rPr sz="1800"/>
              <a:t>[Who owns it on both sides]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