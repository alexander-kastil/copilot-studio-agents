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near-miss framing: 0.3 points off target with two countries over. The apparel story carries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Denmark and Finland over, Sweden and Norway just under. No single miss is structural; call out that the gap is smaller than one wholesale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risk, point to the fleece sizing complaints; small now, worth watching into 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win and one risk per country, no more. Keep each to a single breath when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timing: the summer lull is the only window this year. Ask for a decision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Aurora Northern Europe - Q2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FY26 | Regional Manager, Northern Europe | Prepared for Elena Varga, VP Sales EMEA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 closed Q2 at EUR 8.94m, 99.7 percent of target</a:t>
            </a:r>
          </a:p>
          <a:p>
            <a:r>
              <a:t>Layers &amp; Apparel led growth in all four countries on the spring range</a:t>
            </a:r>
          </a:p>
          <a:p>
            <a:r>
              <a:t>Proposal on the table: refit the Helsinki flagship ahead of H2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target by country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51816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Q2 Target (EUR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Q2 Actual (EUR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Attainment %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2,709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98.5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101.3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Finland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101.3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Norway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2,443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98.5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8,941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99.7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Layers &amp; Apparel: strongest quarter on record, spring range sold through everywhere</a:t>
            </a:r>
          </a:p>
          <a:p>
            <a:r>
              <a:t>Trail &amp; Hike: steady; the new Kebne trail-shoe line lands in Q3</a:t>
            </a:r>
          </a:p>
          <a:p>
            <a:r>
              <a:t>Camp &amp; Shelter: early cabin-season demand in Finland and Norway</a:t>
            </a:r>
          </a:p>
          <a:p>
            <a:r>
              <a:t>Accessories: double-digit growth, highest margin in the portfolio</a:t>
            </a:r>
          </a:p>
          <a:p>
            <a:r>
              <a:t>Watch item: first sizing complaints on the mid-layer fleece showing in returns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Sweden (Sofia Berg): spring apparel sell-through record; two Gothenburg sales roles still open</a:t>
            </a:r>
          </a:p>
          <a:p>
            <a:r>
              <a:t>Denmark (Anders Holm): wholesale pipeline growing; heavy reliance on one Copenhagen chain</a:t>
            </a:r>
          </a:p>
          <a:p>
            <a:r>
              <a:t>Finland (Kaisa Nieminen): beat target with a full team; flagship footfall flat pre-refit</a:t>
            </a:r>
          </a:p>
          <a:p>
            <a:r>
              <a:t>Norway (Lars Odegard): largest region by revenue; Bergen expansion capped by headcount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approve the Helsinki flagship refit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EUR 180k one-off investment, executed over the summer lull</a:t>
            </a:r>
          </a:p>
          <a:p>
            <a:r>
              <a:t>Footfall in the flagship is flat while the rest of Finland grows</a:t>
            </a:r>
          </a:p>
          <a:p>
            <a:r>
              <a:t>Refit completes before festival and cabin season peaks</a:t>
            </a:r>
          </a:p>
          <a:p>
            <a:r>
              <a:t>Payback modelled inside three quarters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