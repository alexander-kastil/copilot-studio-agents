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1" r:id="rId4"/>
  </p:sldMasterIdLst>
  <p:notesMasterIdLst>
    <p:notesMasterId r:id="rId73"/>
  </p:notesMasterIdLst>
  <p:sldIdLst>
    <p:sldId id="256" r:id="rId5"/>
    <p:sldId id="288" r:id="rId6"/>
    <p:sldId id="257" r:id="rId7"/>
    <p:sldId id="2147479809" r:id="rId80"/>
    <p:sldId id="2147479810" r:id="rId81"/>
    <p:sldId id="2147479811" r:id="rId82"/>
    <p:sldId id="2147479812" r:id="rId83"/>
    <p:sldId id="2147479813" r:id="rId84"/>
    <p:sldId id="2147479814" r:id="rId85"/>
    <p:sldId id="2147479815" r:id="rId86"/>
    <p:sldId id="2147479816" r:id="rId87"/>
    <p:sldId id="2147479817" r:id="rId88"/>
    <p:sldId id="2147479818" r:id="rId89"/>
    <p:sldId id="2147479819" r:id="rId90"/>
    <p:sldId id="2147479820" r:id="rId91"/>
    <p:sldId id="2147479821" r:id="rId92"/>
    <p:sldId id="2147479822" r:id="rId93"/>
    <p:sldId id="2147479823" r:id="rId94"/>
    <p:sldId id="2147479824" r:id="rId95"/>
    <p:sldId id="2147479825" r:id="rId96"/>
    <p:sldId id="2147479826" r:id="rId97"/>
    <p:sldId id="2147479827" r:id="rId9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10D7DD-20C3-4109-93E4-84FD6817BBBE}" v="5" dt="2025-10-29T07:32:00.9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825" autoAdjust="0"/>
    <p:restoredTop sz="94837" autoAdjust="0"/>
  </p:normalViewPr>
  <p:slideViewPr>
    <p:cSldViewPr snapToGrid="0">
      <p:cViewPr varScale="1">
        <p:scale>
          <a:sx n="161" d="100"/>
          <a:sy n="161" d="100"/>
        </p:scale>
        <p:origin x="856" y="1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Relationship Id="rId78" Type="http://schemas.microsoft.com/office/2016/11/relationships/changesInfo" Target="changesInfos/changesInfo1.xml"/><Relationship Id="rId79" Type="http://schemas.microsoft.com/office/2015/10/relationships/revisionInfo" Target="revisionInfo.xml"/><Relationship Id="rId80" Type="http://schemas.openxmlformats.org/officeDocument/2006/relationships/slide" Target="slides/slide4.xml"/><Relationship Id="rId81" Type="http://schemas.openxmlformats.org/officeDocument/2006/relationships/slide" Target="slides/slide5.xml"/><Relationship Id="rId82" Type="http://schemas.openxmlformats.org/officeDocument/2006/relationships/slide" Target="slides/slide6.xml"/><Relationship Id="rId83" Type="http://schemas.openxmlformats.org/officeDocument/2006/relationships/slide" Target="slides/slide7.xml"/><Relationship Id="rId84" Type="http://schemas.openxmlformats.org/officeDocument/2006/relationships/slide" Target="slides/slide8.xml"/><Relationship Id="rId85" Type="http://schemas.openxmlformats.org/officeDocument/2006/relationships/slide" Target="slides/slide9.xml"/><Relationship Id="rId86" Type="http://schemas.openxmlformats.org/officeDocument/2006/relationships/slide" Target="slides/slide10.xml"/><Relationship Id="rId87" Type="http://schemas.openxmlformats.org/officeDocument/2006/relationships/slide" Target="slides/slide11.xml"/><Relationship Id="rId88" Type="http://schemas.openxmlformats.org/officeDocument/2006/relationships/slide" Target="slides/slide12.xml"/><Relationship Id="rId89" Type="http://schemas.openxmlformats.org/officeDocument/2006/relationships/slide" Target="slides/slide13.xml"/><Relationship Id="rId90" Type="http://schemas.openxmlformats.org/officeDocument/2006/relationships/slide" Target="slides/slide14.xml"/><Relationship Id="rId91" Type="http://schemas.openxmlformats.org/officeDocument/2006/relationships/slide" Target="slides/slide15.xml"/><Relationship Id="rId92" Type="http://schemas.openxmlformats.org/officeDocument/2006/relationships/slide" Target="slides/slide16.xml"/><Relationship Id="rId93" Type="http://schemas.openxmlformats.org/officeDocument/2006/relationships/slide" Target="slides/slide17.xml"/><Relationship Id="rId94" Type="http://schemas.openxmlformats.org/officeDocument/2006/relationships/slide" Target="slides/slide18.xml"/><Relationship Id="rId95" Type="http://schemas.openxmlformats.org/officeDocument/2006/relationships/slide" Target="slides/slide19.xml"/><Relationship Id="rId96" Type="http://schemas.openxmlformats.org/officeDocument/2006/relationships/slide" Target="slides/slide20.xml"/><Relationship Id="rId97" Type="http://schemas.openxmlformats.org/officeDocument/2006/relationships/slide" Target="slides/slide21.xml"/><Relationship Id="rId98" Type="http://schemas.openxmlformats.org/officeDocument/2006/relationships/slide" Target="slides/slide2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er Kastil" userId="S::alexander.kastil@integrations.at::25853297-1418-4fc4-96ec-22f8bc83a64b" providerId="AD" clId="Web-{67262AFB-5A93-F33B-FC7B-DBBA080F0C68}"/>
    <pc:docChg chg="modSld">
      <pc:chgData name="Alexander Kastil" userId="S::alexander.kastil@integrations.at::25853297-1418-4fc4-96ec-22f8bc83a64b" providerId="AD" clId="Web-{67262AFB-5A93-F33B-FC7B-DBBA080F0C68}" dt="2025-09-14T18:18:40.845" v="1" actId="20577"/>
      <pc:docMkLst>
        <pc:docMk/>
      </pc:docMkLst>
      <pc:sldChg chg="modSp">
        <pc:chgData name="Alexander Kastil" userId="S::alexander.kastil@integrations.at::25853297-1418-4fc4-96ec-22f8bc83a64b" providerId="AD" clId="Web-{67262AFB-5A93-F33B-FC7B-DBBA080F0C68}" dt="2025-09-14T18:18:40.845" v="1" actId="20577"/>
        <pc:sldMkLst>
          <pc:docMk/>
          <pc:sldMk cId="1025564574" sldId="256"/>
        </pc:sldMkLst>
      </pc:sldChg>
    </pc:docChg>
  </pc:docChgLst>
  <pc:docChgLst>
    <pc:chgData name="Alexander Kastil" userId="25853297-1418-4fc4-96ec-22f8bc83a64b" providerId="ADAL" clId="{CBE8FA88-4B1E-4C29-BCDF-73503FCC511F}"/>
    <pc:docChg chg="undo custSel addSld delSld modSld sldOrd">
      <pc:chgData name="Alexander Kastil" userId="25853297-1418-4fc4-96ec-22f8bc83a64b" providerId="ADAL" clId="{CBE8FA88-4B1E-4C29-BCDF-73503FCC511F}" dt="2024-10-02T19:25:27.880" v="162"/>
      <pc:docMkLst>
        <pc:docMk/>
      </pc:docMkLst>
      <pc:sldChg chg="addSp delSp modSp mod modClrScheme chgLayout">
        <pc:chgData name="Alexander Kastil" userId="25853297-1418-4fc4-96ec-22f8bc83a64b" providerId="ADAL" clId="{CBE8FA88-4B1E-4C29-BCDF-73503FCC511F}" dt="2024-10-02T16:08:27.181" v="41" actId="20577"/>
        <pc:sldMkLst>
          <pc:docMk/>
          <pc:sldMk cId="1025564574" sldId="256"/>
        </pc:sldMkLst>
      </pc:sldChg>
      <pc:sldChg chg="modSp mod">
        <pc:chgData name="Alexander Kastil" userId="25853297-1418-4fc4-96ec-22f8bc83a64b" providerId="ADAL" clId="{CBE8FA88-4B1E-4C29-BCDF-73503FCC511F}" dt="2024-10-02T19:21:15.966" v="154" actId="20577"/>
        <pc:sldMkLst>
          <pc:docMk/>
          <pc:sldMk cId="1814925833" sldId="257"/>
        </pc:sldMkLst>
      </pc:sldChg>
      <pc:sldChg chg="add">
        <pc:chgData name="Alexander Kastil" userId="25853297-1418-4fc4-96ec-22f8bc83a64b" providerId="ADAL" clId="{CBE8FA88-4B1E-4C29-BCDF-73503FCC511F}" dt="2024-10-02T19:21:00.020" v="147"/>
        <pc:sldMkLst>
          <pc:docMk/>
          <pc:sldMk cId="288234957" sldId="258"/>
        </pc:sldMkLst>
      </pc:sldChg>
      <pc:sldChg chg="del">
        <pc:chgData name="Alexander Kastil" userId="25853297-1418-4fc4-96ec-22f8bc83a64b" providerId="ADAL" clId="{CBE8FA88-4B1E-4C29-BCDF-73503FCC511F}" dt="2024-10-02T19:20:55.462" v="146" actId="2696"/>
        <pc:sldMkLst>
          <pc:docMk/>
          <pc:sldMk cId="3656196656" sldId="258"/>
        </pc:sldMkLst>
      </pc:sldChg>
      <pc:sldChg chg="add">
        <pc:chgData name="Alexander Kastil" userId="25853297-1418-4fc4-96ec-22f8bc83a64b" providerId="ADAL" clId="{CBE8FA88-4B1E-4C29-BCDF-73503FCC511F}" dt="2024-10-02T16:12:00.369" v="71"/>
        <pc:sldMkLst>
          <pc:docMk/>
          <pc:sldMk cId="224013511" sldId="1720"/>
        </pc:sldMkLst>
      </pc:sldChg>
      <pc:sldChg chg="del">
        <pc:chgData name="Alexander Kastil" userId="25853297-1418-4fc4-96ec-22f8bc83a64b" providerId="ADAL" clId="{CBE8FA88-4B1E-4C29-BCDF-73503FCC511F}" dt="2024-10-02T19:21:51.757" v="156" actId="47"/>
        <pc:sldMkLst>
          <pc:docMk/>
          <pc:sldMk cId="4242533445" sldId="1721"/>
        </pc:sldMkLst>
      </pc:sldChg>
      <pc:sldChg chg="modSp add mod">
        <pc:chgData name="Alexander Kastil" userId="25853297-1418-4fc4-96ec-22f8bc83a64b" providerId="ADAL" clId="{CBE8FA88-4B1E-4C29-BCDF-73503FCC511F}" dt="2024-10-02T16:12:00.396" v="72" actId="27636"/>
        <pc:sldMkLst>
          <pc:docMk/>
          <pc:sldMk cId="2674073567" sldId="1750"/>
        </pc:sldMkLst>
      </pc:sldChg>
      <pc:sldChg chg="del">
        <pc:chgData name="Alexander Kastil" userId="25853297-1418-4fc4-96ec-22f8bc83a64b" providerId="ADAL" clId="{CBE8FA88-4B1E-4C29-BCDF-73503FCC511F}" dt="2024-10-02T19:21:51.757" v="156" actId="47"/>
        <pc:sldMkLst>
          <pc:docMk/>
          <pc:sldMk cId="3609339455" sldId="1905"/>
        </pc:sldMkLst>
      </pc:sldChg>
      <pc:sldChg chg="del">
        <pc:chgData name="Alexander Kastil" userId="25853297-1418-4fc4-96ec-22f8bc83a64b" providerId="ADAL" clId="{CBE8FA88-4B1E-4C29-BCDF-73503FCC511F}" dt="2024-10-02T19:21:51.757" v="156" actId="47"/>
        <pc:sldMkLst>
          <pc:docMk/>
          <pc:sldMk cId="1588933147" sldId="1983"/>
        </pc:sldMkLst>
      </pc:sldChg>
      <pc:sldChg chg="modSp mod">
        <pc:chgData name="Alexander Kastil" userId="25853297-1418-4fc4-96ec-22f8bc83a64b" providerId="ADAL" clId="{CBE8FA88-4B1E-4C29-BCDF-73503FCC511F}" dt="2024-10-02T16:06:44.646" v="39" actId="6549"/>
        <pc:sldMkLst>
          <pc:docMk/>
          <pc:sldMk cId="3745641020" sldId="2020"/>
        </pc:sldMkLst>
      </pc:sldChg>
      <pc:sldChg chg="del">
        <pc:chgData name="Alexander Kastil" userId="25853297-1418-4fc4-96ec-22f8bc83a64b" providerId="ADAL" clId="{CBE8FA88-4B1E-4C29-BCDF-73503FCC511F}" dt="2024-10-02T19:21:51.757" v="156" actId="47"/>
        <pc:sldMkLst>
          <pc:docMk/>
          <pc:sldMk cId="1553678443" sldId="8464"/>
        </pc:sldMkLst>
      </pc:sldChg>
      <pc:sldChg chg="modSp mod ord">
        <pc:chgData name="Alexander Kastil" userId="25853297-1418-4fc4-96ec-22f8bc83a64b" providerId="ADAL" clId="{CBE8FA88-4B1E-4C29-BCDF-73503FCC511F}" dt="2024-10-02T19:16:10.839" v="122"/>
        <pc:sldMkLst>
          <pc:docMk/>
          <pc:sldMk cId="1661570778" sldId="8465"/>
        </pc:sldMkLst>
      </pc:sldChg>
      <pc:sldChg chg="ord">
        <pc:chgData name="Alexander Kastil" userId="25853297-1418-4fc4-96ec-22f8bc83a64b" providerId="ADAL" clId="{CBE8FA88-4B1E-4C29-BCDF-73503FCC511F}" dt="2024-10-02T19:16:14.872" v="124"/>
        <pc:sldMkLst>
          <pc:docMk/>
          <pc:sldMk cId="3526829860" sldId="8466"/>
        </pc:sldMkLst>
      </pc:sldChg>
      <pc:sldChg chg="add">
        <pc:chgData name="Alexander Kastil" userId="25853297-1418-4fc4-96ec-22f8bc83a64b" providerId="ADAL" clId="{CBE8FA88-4B1E-4C29-BCDF-73503FCC511F}" dt="2024-10-02T19:21:00.020" v="147"/>
        <pc:sldMkLst>
          <pc:docMk/>
          <pc:sldMk cId="759204927" sldId="8468"/>
        </pc:sldMkLst>
      </pc:sldChg>
      <pc:sldChg chg="del">
        <pc:chgData name="Alexander Kastil" userId="25853297-1418-4fc4-96ec-22f8bc83a64b" providerId="ADAL" clId="{CBE8FA88-4B1E-4C29-BCDF-73503FCC511F}" dt="2024-10-02T19:20:55.462" v="146" actId="2696"/>
        <pc:sldMkLst>
          <pc:docMk/>
          <pc:sldMk cId="2495904611" sldId="8468"/>
        </pc:sldMkLst>
      </pc:sldChg>
      <pc:sldChg chg="del">
        <pc:chgData name="Alexander Kastil" userId="25853297-1418-4fc4-96ec-22f8bc83a64b" providerId="ADAL" clId="{CBE8FA88-4B1E-4C29-BCDF-73503FCC511F}" dt="2024-10-02T19:21:51.757" v="156" actId="47"/>
        <pc:sldMkLst>
          <pc:docMk/>
          <pc:sldMk cId="389764012" sldId="8469"/>
        </pc:sldMkLst>
      </pc:sldChg>
      <pc:sldChg chg="del">
        <pc:chgData name="Alexander Kastil" userId="25853297-1418-4fc4-96ec-22f8bc83a64b" providerId="ADAL" clId="{CBE8FA88-4B1E-4C29-BCDF-73503FCC511F}" dt="2024-10-02T19:21:51.757" v="156" actId="47"/>
        <pc:sldMkLst>
          <pc:docMk/>
          <pc:sldMk cId="3517515508" sldId="8470"/>
        </pc:sldMkLst>
      </pc:sldChg>
      <pc:sldChg chg="del">
        <pc:chgData name="Alexander Kastil" userId="25853297-1418-4fc4-96ec-22f8bc83a64b" providerId="ADAL" clId="{CBE8FA88-4B1E-4C29-BCDF-73503FCC511F}" dt="2024-10-02T19:21:51.757" v="156" actId="47"/>
        <pc:sldMkLst>
          <pc:docMk/>
          <pc:sldMk cId="1946821928" sldId="8471"/>
        </pc:sldMkLst>
      </pc:sldChg>
      <pc:sldChg chg="del">
        <pc:chgData name="Alexander Kastil" userId="25853297-1418-4fc4-96ec-22f8bc83a64b" providerId="ADAL" clId="{CBE8FA88-4B1E-4C29-BCDF-73503FCC511F}" dt="2024-10-02T19:20:55.462" v="146" actId="2696"/>
        <pc:sldMkLst>
          <pc:docMk/>
          <pc:sldMk cId="775419567" sldId="8475"/>
        </pc:sldMkLst>
      </pc:sldChg>
      <pc:sldChg chg="add">
        <pc:chgData name="Alexander Kastil" userId="25853297-1418-4fc4-96ec-22f8bc83a64b" providerId="ADAL" clId="{CBE8FA88-4B1E-4C29-BCDF-73503FCC511F}" dt="2024-10-02T19:21:00.020" v="147"/>
        <pc:sldMkLst>
          <pc:docMk/>
          <pc:sldMk cId="2365443317" sldId="8475"/>
        </pc:sldMkLst>
      </pc:sldChg>
      <pc:sldChg chg="del">
        <pc:chgData name="Alexander Kastil" userId="25853297-1418-4fc4-96ec-22f8bc83a64b" providerId="ADAL" clId="{CBE8FA88-4B1E-4C29-BCDF-73503FCC511F}" dt="2024-10-02T19:20:55.462" v="146" actId="2696"/>
        <pc:sldMkLst>
          <pc:docMk/>
          <pc:sldMk cId="620756744" sldId="8476"/>
        </pc:sldMkLst>
      </pc:sldChg>
      <pc:sldChg chg="add">
        <pc:chgData name="Alexander Kastil" userId="25853297-1418-4fc4-96ec-22f8bc83a64b" providerId="ADAL" clId="{CBE8FA88-4B1E-4C29-BCDF-73503FCC511F}" dt="2024-10-02T19:21:00.020" v="147"/>
        <pc:sldMkLst>
          <pc:docMk/>
          <pc:sldMk cId="1544978287" sldId="8476"/>
        </pc:sldMkLst>
      </pc:sldChg>
      <pc:sldChg chg="del">
        <pc:chgData name="Alexander Kastil" userId="25853297-1418-4fc4-96ec-22f8bc83a64b" providerId="ADAL" clId="{CBE8FA88-4B1E-4C29-BCDF-73503FCC511F}" dt="2024-10-02T19:21:51.757" v="156" actId="47"/>
        <pc:sldMkLst>
          <pc:docMk/>
          <pc:sldMk cId="1270988589" sldId="8477"/>
        </pc:sldMkLst>
      </pc:sldChg>
      <pc:sldChg chg="modSp add mod">
        <pc:chgData name="Alexander Kastil" userId="25853297-1418-4fc4-96ec-22f8bc83a64b" providerId="ADAL" clId="{CBE8FA88-4B1E-4C29-BCDF-73503FCC511F}" dt="2024-10-02T19:21:27.478" v="155" actId="20577"/>
        <pc:sldMkLst>
          <pc:docMk/>
          <pc:sldMk cId="1263764921" sldId="8478"/>
        </pc:sldMkLst>
      </pc:sldChg>
      <pc:sldChg chg="del">
        <pc:chgData name="Alexander Kastil" userId="25853297-1418-4fc4-96ec-22f8bc83a64b" providerId="ADAL" clId="{CBE8FA88-4B1E-4C29-BCDF-73503FCC511F}" dt="2024-10-02T19:20:55.462" v="146" actId="2696"/>
        <pc:sldMkLst>
          <pc:docMk/>
          <pc:sldMk cId="2610767576" sldId="8478"/>
        </pc:sldMkLst>
      </pc:sldChg>
      <pc:sldChg chg="addSp delSp modSp mod">
        <pc:chgData name="Alexander Kastil" userId="25853297-1418-4fc4-96ec-22f8bc83a64b" providerId="ADAL" clId="{CBE8FA88-4B1E-4C29-BCDF-73503FCC511F}" dt="2024-10-02T19:11:02.677" v="81" actId="1076"/>
        <pc:sldMkLst>
          <pc:docMk/>
          <pc:sldMk cId="3579897819" sldId="8481"/>
        </pc:sldMkLst>
      </pc:sldChg>
      <pc:sldChg chg="ord">
        <pc:chgData name="Alexander Kastil" userId="25853297-1418-4fc4-96ec-22f8bc83a64b" providerId="ADAL" clId="{CBE8FA88-4B1E-4C29-BCDF-73503FCC511F}" dt="2024-10-02T19:25:27.880" v="162"/>
        <pc:sldMkLst>
          <pc:docMk/>
          <pc:sldMk cId="2387333562" sldId="8482"/>
        </pc:sldMkLst>
      </pc:sldChg>
      <pc:sldChg chg="del">
        <pc:chgData name="Alexander Kastil" userId="25853297-1418-4fc4-96ec-22f8bc83a64b" providerId="ADAL" clId="{CBE8FA88-4B1E-4C29-BCDF-73503FCC511F}" dt="2024-10-02T19:23:50.019" v="158" actId="2696"/>
        <pc:sldMkLst>
          <pc:docMk/>
          <pc:sldMk cId="133460003" sldId="8483"/>
        </pc:sldMkLst>
      </pc:sldChg>
      <pc:sldChg chg="modSp mod">
        <pc:chgData name="Alexander Kastil" userId="25853297-1418-4fc4-96ec-22f8bc83a64b" providerId="ADAL" clId="{CBE8FA88-4B1E-4C29-BCDF-73503FCC511F}" dt="2024-10-02T16:11:21.881" v="69" actId="27636"/>
        <pc:sldMkLst>
          <pc:docMk/>
          <pc:sldMk cId="2397158577" sldId="8486"/>
        </pc:sldMkLst>
      </pc:sldChg>
      <pc:sldChg chg="del">
        <pc:chgData name="Alexander Kastil" userId="25853297-1418-4fc4-96ec-22f8bc83a64b" providerId="ADAL" clId="{CBE8FA88-4B1E-4C29-BCDF-73503FCC511F}" dt="2024-10-02T16:11:56.739" v="70" actId="47"/>
        <pc:sldMkLst>
          <pc:docMk/>
          <pc:sldMk cId="2233255972" sldId="8488"/>
        </pc:sldMkLst>
      </pc:sldChg>
      <pc:sldChg chg="del">
        <pc:chgData name="Alexander Kastil" userId="25853297-1418-4fc4-96ec-22f8bc83a64b" providerId="ADAL" clId="{CBE8FA88-4B1E-4C29-BCDF-73503FCC511F}" dt="2024-10-02T16:11:56.739" v="70" actId="47"/>
        <pc:sldMkLst>
          <pc:docMk/>
          <pc:sldMk cId="943867" sldId="8489"/>
        </pc:sldMkLst>
      </pc:sldChg>
      <pc:sldChg chg="del">
        <pc:chgData name="Alexander Kastil" userId="25853297-1418-4fc4-96ec-22f8bc83a64b" providerId="ADAL" clId="{CBE8FA88-4B1E-4C29-BCDF-73503FCC511F}" dt="2024-10-02T16:11:56.739" v="70" actId="47"/>
        <pc:sldMkLst>
          <pc:docMk/>
          <pc:sldMk cId="3301127473" sldId="8491"/>
        </pc:sldMkLst>
      </pc:sldChg>
      <pc:sldChg chg="del">
        <pc:chgData name="Alexander Kastil" userId="25853297-1418-4fc4-96ec-22f8bc83a64b" providerId="ADAL" clId="{CBE8FA88-4B1E-4C29-BCDF-73503FCC511F}" dt="2024-10-02T19:20:22.251" v="144" actId="2696"/>
        <pc:sldMkLst>
          <pc:docMk/>
          <pc:sldMk cId="782063438" sldId="8492"/>
        </pc:sldMkLst>
      </pc:sldChg>
      <pc:sldChg chg="add">
        <pc:chgData name="Alexander Kastil" userId="25853297-1418-4fc4-96ec-22f8bc83a64b" providerId="ADAL" clId="{CBE8FA88-4B1E-4C29-BCDF-73503FCC511F}" dt="2024-10-02T19:20:40.545" v="145"/>
        <pc:sldMkLst>
          <pc:docMk/>
          <pc:sldMk cId="2340016405" sldId="8492"/>
        </pc:sldMkLst>
      </pc:sldChg>
      <pc:sldChg chg="ord">
        <pc:chgData name="Alexander Kastil" userId="25853297-1418-4fc4-96ec-22f8bc83a64b" providerId="ADAL" clId="{CBE8FA88-4B1E-4C29-BCDF-73503FCC511F}" dt="2024-10-02T19:25:23.080" v="160"/>
        <pc:sldMkLst>
          <pc:docMk/>
          <pc:sldMk cId="2433222350" sldId="8493"/>
        </pc:sldMkLst>
      </pc:sldChg>
      <pc:sldChg chg="add">
        <pc:chgData name="Alexander Kastil" userId="25853297-1418-4fc4-96ec-22f8bc83a64b" providerId="ADAL" clId="{CBE8FA88-4B1E-4C29-BCDF-73503FCC511F}" dt="2024-10-02T19:23:12.113" v="157"/>
        <pc:sldMkLst>
          <pc:docMk/>
          <pc:sldMk cId="183230671" sldId="2147479726"/>
        </pc:sldMkLst>
      </pc:sldChg>
      <pc:sldChg chg="delSp modSp add del mod modClrScheme delAnim chgLayout">
        <pc:chgData name="Alexander Kastil" userId="25853297-1418-4fc4-96ec-22f8bc83a64b" providerId="ADAL" clId="{CBE8FA88-4B1E-4C29-BCDF-73503FCC511F}" dt="2024-10-02T19:13:56.777" v="97" actId="47"/>
        <pc:sldMkLst>
          <pc:docMk/>
          <pc:sldMk cId="2030380707" sldId="2147479735"/>
        </pc:sldMkLst>
      </pc:sldChg>
      <pc:sldChg chg="modSp add mod ord">
        <pc:chgData name="Alexander Kastil" userId="25853297-1418-4fc4-96ec-22f8bc83a64b" providerId="ADAL" clId="{CBE8FA88-4B1E-4C29-BCDF-73503FCC511F}" dt="2024-10-02T19:20:05.368" v="143"/>
        <pc:sldMkLst>
          <pc:docMk/>
          <pc:sldMk cId="874258498" sldId="2147479737"/>
        </pc:sldMkLst>
      </pc:sldChg>
      <pc:sldChg chg="modSp add mod">
        <pc:chgData name="Alexander Kastil" userId="25853297-1418-4fc4-96ec-22f8bc83a64b" providerId="ADAL" clId="{CBE8FA88-4B1E-4C29-BCDF-73503FCC511F}" dt="2024-10-02T16:09:36.092" v="43" actId="27636"/>
        <pc:sldMkLst>
          <pc:docMk/>
          <pc:sldMk cId="1389929747" sldId="2147479741"/>
        </pc:sldMkLst>
      </pc:sldChg>
      <pc:sldChg chg="add del">
        <pc:chgData name="Alexander Kastil" userId="25853297-1418-4fc4-96ec-22f8bc83a64b" providerId="ADAL" clId="{CBE8FA88-4B1E-4C29-BCDF-73503FCC511F}" dt="2024-10-02T16:10:05.738" v="46" actId="47"/>
        <pc:sldMkLst>
          <pc:docMk/>
          <pc:sldMk cId="4091613680" sldId="2147479742"/>
        </pc:sldMkLst>
      </pc:sldChg>
      <pc:sldChg chg="add">
        <pc:chgData name="Alexander Kastil" userId="25853297-1418-4fc4-96ec-22f8bc83a64b" providerId="ADAL" clId="{CBE8FA88-4B1E-4C29-BCDF-73503FCC511F}" dt="2024-10-02T16:12:00.369" v="71"/>
        <pc:sldMkLst>
          <pc:docMk/>
          <pc:sldMk cId="3423567977" sldId="2147479745"/>
        </pc:sldMkLst>
      </pc:sldChg>
      <pc:sldChg chg="new del ord">
        <pc:chgData name="Alexander Kastil" userId="25853297-1418-4fc4-96ec-22f8bc83a64b" providerId="ADAL" clId="{CBE8FA88-4B1E-4C29-BCDF-73503FCC511F}" dt="2024-10-02T19:13:38.918" v="90" actId="47"/>
        <pc:sldMkLst>
          <pc:docMk/>
          <pc:sldMk cId="2925022685" sldId="2147479746"/>
        </pc:sldMkLst>
      </pc:sldChg>
      <pc:sldChg chg="addSp delSp modSp new mod ord">
        <pc:chgData name="Alexander Kastil" userId="25853297-1418-4fc4-96ec-22f8bc83a64b" providerId="ADAL" clId="{CBE8FA88-4B1E-4C29-BCDF-73503FCC511F}" dt="2024-10-02T19:19:55.365" v="141" actId="1076"/>
        <pc:sldMkLst>
          <pc:docMk/>
          <pc:sldMk cId="3921767350" sldId="2147479746"/>
        </pc:sldMkLst>
      </pc:sldChg>
    </pc:docChg>
  </pc:docChgLst>
  <pc:docChgLst>
    <pc:chgData name="Alexander Pajer" userId="25853297-1418-4fc4-96ec-22f8bc83a64b" providerId="ADAL" clId="{D63FDB62-37AA-4455-B0CF-3D2A0DC2D712}"/>
    <pc:docChg chg="undo custSel addSld delSld modSld sldOrd modMainMaster">
      <pc:chgData name="Alexander Pajer" userId="25853297-1418-4fc4-96ec-22f8bc83a64b" providerId="ADAL" clId="{D63FDB62-37AA-4455-B0CF-3D2A0DC2D712}" dt="2022-05-22T16:23:47.896" v="2534" actId="732"/>
      <pc:docMkLst>
        <pc:docMk/>
      </pc:docMkLst>
      <pc:sldChg chg="modSp mod">
        <pc:chgData name="Alexander Pajer" userId="25853297-1418-4fc4-96ec-22f8bc83a64b" providerId="ADAL" clId="{D63FDB62-37AA-4455-B0CF-3D2A0DC2D712}" dt="2022-05-22T15:32:39.079" v="1319" actId="1076"/>
        <pc:sldMkLst>
          <pc:docMk/>
          <pc:sldMk cId="1025564574" sldId="256"/>
        </pc:sldMkLst>
      </pc:sldChg>
      <pc:sldChg chg="modSp">
        <pc:chgData name="Alexander Pajer" userId="25853297-1418-4fc4-96ec-22f8bc83a64b" providerId="ADAL" clId="{D63FDB62-37AA-4455-B0CF-3D2A0DC2D712}" dt="2022-05-22T16:23:28.813" v="2531" actId="1076"/>
        <pc:sldMkLst>
          <pc:docMk/>
          <pc:sldMk cId="3367068962" sldId="568"/>
        </pc:sldMkLst>
      </pc:sldChg>
      <pc:sldChg chg="modSp">
        <pc:chgData name="Alexander Pajer" userId="25853297-1418-4fc4-96ec-22f8bc83a64b" providerId="ADAL" clId="{D63FDB62-37AA-4455-B0CF-3D2A0DC2D712}" dt="2022-05-22T16:23:47.896" v="2534" actId="732"/>
        <pc:sldMkLst>
          <pc:docMk/>
          <pc:sldMk cId="2754056100" sldId="1937"/>
        </pc:sldMkLst>
      </pc:sldChg>
      <pc:sldChg chg="del">
        <pc:chgData name="Alexander Pajer" userId="25853297-1418-4fc4-96ec-22f8bc83a64b" providerId="ADAL" clId="{D63FDB62-37AA-4455-B0CF-3D2A0DC2D712}" dt="2022-05-22T07:48:04.438" v="1" actId="47"/>
        <pc:sldMkLst>
          <pc:docMk/>
          <pc:sldMk cId="1088193602" sldId="1939"/>
        </pc:sldMkLst>
      </pc:sldChg>
      <pc:sldChg chg="del">
        <pc:chgData name="Alexander Pajer" userId="25853297-1418-4fc4-96ec-22f8bc83a64b" providerId="ADAL" clId="{D63FDB62-37AA-4455-B0CF-3D2A0DC2D712}" dt="2022-05-22T15:32:52.483" v="1320" actId="47"/>
        <pc:sldMkLst>
          <pc:docMk/>
          <pc:sldMk cId="1177962492" sldId="1950"/>
        </pc:sldMkLst>
      </pc:sldChg>
      <pc:sldChg chg="addSp delSp modSp add mod">
        <pc:chgData name="Alexander Pajer" userId="25853297-1418-4fc4-96ec-22f8bc83a64b" providerId="ADAL" clId="{D63FDB62-37AA-4455-B0CF-3D2A0DC2D712}" dt="2022-05-22T08:04:36.193" v="7" actId="1076"/>
        <pc:sldMkLst>
          <pc:docMk/>
          <pc:sldMk cId="1720184257" sldId="1951"/>
        </pc:sldMkLst>
      </pc:sldChg>
      <pc:sldChg chg="modSp new mod modClrScheme chgLayout">
        <pc:chgData name="Alexander Pajer" userId="25853297-1418-4fc4-96ec-22f8bc83a64b" providerId="ADAL" clId="{D63FDB62-37AA-4455-B0CF-3D2A0DC2D712}" dt="2022-05-22T15:47:36.275" v="1572" actId="20577"/>
        <pc:sldMkLst>
          <pc:docMk/>
          <pc:sldMk cId="2302226510" sldId="1952"/>
        </pc:sldMkLst>
      </pc:sldChg>
      <pc:sldChg chg="modSp add mod modClrScheme chgLayout">
        <pc:chgData name="Alexander Pajer" userId="25853297-1418-4fc4-96ec-22f8bc83a64b" providerId="ADAL" clId="{D63FDB62-37AA-4455-B0CF-3D2A0DC2D712}" dt="2022-05-22T15:51:15.786" v="1628" actId="313"/>
        <pc:sldMkLst>
          <pc:docMk/>
          <pc:sldMk cId="1293500123" sldId="1953"/>
        </pc:sldMkLst>
      </pc:sldChg>
      <pc:sldChg chg="addSp delSp modSp new mod modClrScheme chgLayout">
        <pc:chgData name="Alexander Pajer" userId="25853297-1418-4fc4-96ec-22f8bc83a64b" providerId="ADAL" clId="{D63FDB62-37AA-4455-B0CF-3D2A0DC2D712}" dt="2022-05-22T16:22:58.437" v="2528" actId="1076"/>
        <pc:sldMkLst>
          <pc:docMk/>
          <pc:sldMk cId="1149192349" sldId="1954"/>
        </pc:sldMkLst>
      </pc:sldChg>
      <pc:sldChg chg="addSp modSp add mod modClrScheme chgLayout">
        <pc:chgData name="Alexander Pajer" userId="25853297-1418-4fc4-96ec-22f8bc83a64b" providerId="ADAL" clId="{D63FDB62-37AA-4455-B0CF-3D2A0DC2D712}" dt="2022-05-22T16:23:04.901" v="2529" actId="14100"/>
        <pc:sldMkLst>
          <pc:docMk/>
          <pc:sldMk cId="3674512815" sldId="1955"/>
        </pc:sldMkLst>
      </pc:sldChg>
      <pc:sldChg chg="addSp delSp modSp add mod ord modClrScheme chgLayout">
        <pc:chgData name="Alexander Pajer" userId="25853297-1418-4fc4-96ec-22f8bc83a64b" providerId="ADAL" clId="{D63FDB62-37AA-4455-B0CF-3D2A0DC2D712}" dt="2022-05-22T16:22:33.942" v="2525" actId="20577"/>
        <pc:sldMkLst>
          <pc:docMk/>
          <pc:sldMk cId="253633209" sldId="1956"/>
        </pc:sldMkLst>
      </pc:sldChg>
      <pc:sldChg chg="addSp modSp new mod modClrScheme chgLayout">
        <pc:chgData name="Alexander Pajer" userId="25853297-1418-4fc4-96ec-22f8bc83a64b" providerId="ADAL" clId="{D63FDB62-37AA-4455-B0CF-3D2A0DC2D712}" dt="2022-05-22T15:58:28.266" v="1884" actId="108"/>
        <pc:sldMkLst>
          <pc:docMk/>
          <pc:sldMk cId="2303504867" sldId="1957"/>
        </pc:sldMkLst>
      </pc:sldChg>
      <pc:sldChg chg="addSp delSp modSp new mod modClrScheme chgLayout">
        <pc:chgData name="Alexander Pajer" userId="25853297-1418-4fc4-96ec-22f8bc83a64b" providerId="ADAL" clId="{D63FDB62-37AA-4455-B0CF-3D2A0DC2D712}" dt="2022-05-22T16:08:50.659" v="2047" actId="108"/>
        <pc:sldMkLst>
          <pc:docMk/>
          <pc:sldMk cId="1719197650" sldId="1958"/>
        </pc:sldMkLst>
      </pc:sldChg>
      <pc:sldChg chg="addSp modSp new mod modClrScheme chgLayout">
        <pc:chgData name="Alexander Pajer" userId="25853297-1418-4fc4-96ec-22f8bc83a64b" providerId="ADAL" clId="{D63FDB62-37AA-4455-B0CF-3D2A0DC2D712}" dt="2022-05-22T16:16:55.670" v="2333" actId="1076"/>
        <pc:sldMkLst>
          <pc:docMk/>
          <pc:sldMk cId="1456680750" sldId="1959"/>
        </pc:sldMkLst>
      </pc:sldChg>
      <pc:sldChg chg="delSp modSp add mod">
        <pc:chgData name="Alexander Pajer" userId="25853297-1418-4fc4-96ec-22f8bc83a64b" providerId="ADAL" clId="{D63FDB62-37AA-4455-B0CF-3D2A0DC2D712}" dt="2022-05-22T15:32:58.279" v="1321" actId="478"/>
        <pc:sldMkLst>
          <pc:docMk/>
          <pc:sldMk cId="2302481982" sldId="1960"/>
        </pc:sldMkLst>
      </pc:sldChg>
      <pc:sldMasterChg chg="addSldLayout modSldLayout">
        <pc:chgData name="Alexander Pajer" userId="25853297-1418-4fc4-96ec-22f8bc83a64b" providerId="ADAL" clId="{D63FDB62-37AA-4455-B0CF-3D2A0DC2D712}" dt="2022-05-22T08:40:00.883" v="501" actId="14100"/>
        <pc:sldMasterMkLst>
          <pc:docMk/>
          <pc:sldMasterMk cId="3874831218" sldId="2147483931"/>
        </pc:sldMasterMkLst>
        <pc:sldLayoutChg chg="modSp add mod modTransition">
          <pc:chgData name="Alexander Pajer" userId="25853297-1418-4fc4-96ec-22f8bc83a64b" providerId="ADAL" clId="{D63FDB62-37AA-4455-B0CF-3D2A0DC2D712}" dt="2022-05-22T08:40:00.883" v="501" actId="14100"/>
          <pc:sldLayoutMkLst>
            <pc:docMk/>
            <pc:sldMasterMk cId="3874831218" sldId="2147483931"/>
            <pc:sldLayoutMk cId="118696584" sldId="2147483944"/>
          </pc:sldLayoutMkLst>
        </pc:sldLayoutChg>
      </pc:sldMasterChg>
    </pc:docChg>
  </pc:docChgLst>
  <pc:docChgLst>
    <pc:chgData name="Alexander Pajer" userId="25853297-1418-4fc4-96ec-22f8bc83a64b" providerId="ADAL" clId="{3EB66519-FCBB-7C44-BA0D-2AE90734D989}"/>
    <pc:docChg chg="addSld delSld">
      <pc:chgData name="Alexander Pajer" userId="25853297-1418-4fc4-96ec-22f8bc83a64b" providerId="ADAL" clId="{3EB66519-FCBB-7C44-BA0D-2AE90734D989}" dt="2023-10-07T21:31:53.202" v="1" actId="22"/>
      <pc:docMkLst>
        <pc:docMk/>
      </pc:docMkLst>
      <pc:sldChg chg="add del">
        <pc:chgData name="Alexander Pajer" userId="25853297-1418-4fc4-96ec-22f8bc83a64b" providerId="ADAL" clId="{3EB66519-FCBB-7C44-BA0D-2AE90734D989}" dt="2023-10-07T21:31:53.202" v="1" actId="22"/>
        <pc:sldMkLst>
          <pc:docMk/>
          <pc:sldMk cId="802514063" sldId="1936"/>
        </pc:sldMkLst>
      </pc:sldChg>
    </pc:docChg>
  </pc:docChgLst>
  <pc:docChgLst>
    <pc:chgData name="Alexander Pajer" userId="25853297-1418-4fc4-96ec-22f8bc83a64b" providerId="ADAL" clId="{2EE99874-2FD8-C248-8BEA-B3ED7DA06696}"/>
    <pc:docChg chg="custSel modSld">
      <pc:chgData name="Alexander Pajer" userId="25853297-1418-4fc4-96ec-22f8bc83a64b" providerId="ADAL" clId="{2EE99874-2FD8-C248-8BEA-B3ED7DA06696}" dt="2023-11-10T20:13:09.870" v="367" actId="20577"/>
      <pc:docMkLst>
        <pc:docMk/>
      </pc:docMkLst>
      <pc:sldChg chg="modSp">
        <pc:chgData name="Alexander Pajer" userId="25853297-1418-4fc4-96ec-22f8bc83a64b" providerId="ADAL" clId="{2EE99874-2FD8-C248-8BEA-B3ED7DA06696}" dt="2023-11-10T18:48:06.404" v="107" actId="20577"/>
        <pc:sldMkLst>
          <pc:docMk/>
          <pc:sldMk cId="691890621" sldId="567"/>
        </pc:sldMkLst>
      </pc:sldChg>
      <pc:sldChg chg="modSp">
        <pc:chgData name="Alexander Pajer" userId="25853297-1418-4fc4-96ec-22f8bc83a64b" providerId="ADAL" clId="{2EE99874-2FD8-C248-8BEA-B3ED7DA06696}" dt="2023-11-10T18:49:39.760" v="113" actId="20577"/>
        <pc:sldMkLst>
          <pc:docMk/>
          <pc:sldMk cId="749796010" sldId="1944"/>
        </pc:sldMkLst>
      </pc:sldChg>
      <pc:sldChg chg="modSp">
        <pc:chgData name="Alexander Pajer" userId="25853297-1418-4fc4-96ec-22f8bc83a64b" providerId="ADAL" clId="{2EE99874-2FD8-C248-8BEA-B3ED7DA06696}" dt="2023-11-10T18:52:02.223" v="156" actId="20577"/>
        <pc:sldMkLst>
          <pc:docMk/>
          <pc:sldMk cId="3137501773" sldId="1946"/>
        </pc:sldMkLst>
      </pc:sldChg>
      <pc:sldChg chg="modSp">
        <pc:chgData name="Alexander Pajer" userId="25853297-1418-4fc4-96ec-22f8bc83a64b" providerId="ADAL" clId="{2EE99874-2FD8-C248-8BEA-B3ED7DA06696}" dt="2023-11-10T18:52:27.989" v="157" actId="20577"/>
        <pc:sldMkLst>
          <pc:docMk/>
          <pc:sldMk cId="2302481982" sldId="1960"/>
        </pc:sldMkLst>
      </pc:sldChg>
      <pc:sldChg chg="modSp">
        <pc:chgData name="Alexander Pajer" userId="25853297-1418-4fc4-96ec-22f8bc83a64b" providerId="ADAL" clId="{2EE99874-2FD8-C248-8BEA-B3ED7DA06696}" dt="2023-11-10T18:45:33.878" v="32" actId="20577"/>
        <pc:sldMkLst>
          <pc:docMk/>
          <pc:sldMk cId="3462422587" sldId="1965"/>
        </pc:sldMkLst>
      </pc:sldChg>
      <pc:sldChg chg="modSp">
        <pc:chgData name="Alexander Pajer" userId="25853297-1418-4fc4-96ec-22f8bc83a64b" providerId="ADAL" clId="{2EE99874-2FD8-C248-8BEA-B3ED7DA06696}" dt="2023-11-10T18:47:01.479" v="85" actId="20577"/>
        <pc:sldMkLst>
          <pc:docMk/>
          <pc:sldMk cId="3988806687" sldId="1966"/>
        </pc:sldMkLst>
      </pc:sldChg>
      <pc:sldChg chg="modSp">
        <pc:chgData name="Alexander Pajer" userId="25853297-1418-4fc4-96ec-22f8bc83a64b" providerId="ADAL" clId="{2EE99874-2FD8-C248-8BEA-B3ED7DA06696}" dt="2023-11-10T20:13:09.870" v="367" actId="20577"/>
        <pc:sldMkLst>
          <pc:docMk/>
          <pc:sldMk cId="3157729247" sldId="1971"/>
        </pc:sldMkLst>
      </pc:sldChg>
      <pc:sldChg chg="modSp">
        <pc:chgData name="Alexander Pajer" userId="25853297-1418-4fc4-96ec-22f8bc83a64b" providerId="ADAL" clId="{2EE99874-2FD8-C248-8BEA-B3ED7DA06696}" dt="2023-11-10T18:50:48.495" v="117" actId="20577"/>
        <pc:sldMkLst>
          <pc:docMk/>
          <pc:sldMk cId="2305342243" sldId="1978"/>
        </pc:sldMkLst>
      </pc:sldChg>
      <pc:sldChg chg="modSp">
        <pc:chgData name="Alexander Pajer" userId="25853297-1418-4fc4-96ec-22f8bc83a64b" providerId="ADAL" clId="{2EE99874-2FD8-C248-8BEA-B3ED7DA06696}" dt="2023-11-10T18:44:56.201" v="21" actId="20577"/>
        <pc:sldMkLst>
          <pc:docMk/>
          <pc:sldMk cId="2073824554" sldId="8449"/>
        </pc:sldMkLst>
      </pc:sldChg>
    </pc:docChg>
  </pc:docChgLst>
  <pc:docChgLst>
    <pc:chgData name="Alexander Kastil" userId="25853297-1418-4fc4-96ec-22f8bc83a64b" providerId="ADAL" clId="{9EDFCDF1-22C6-47BF-BCCE-EE637B4589E0}"/>
    <pc:docChg chg="undo redo custSel addSld delSld modSld sldOrd modMainMaster">
      <pc:chgData name="Alexander Kastil" userId="25853297-1418-4fc4-96ec-22f8bc83a64b" providerId="ADAL" clId="{9EDFCDF1-22C6-47BF-BCCE-EE637B4589E0}" dt="2024-05-01T06:21:40.766" v="2844" actId="26606"/>
      <pc:docMkLst>
        <pc:docMk/>
      </pc:docMkLst>
      <pc:sldChg chg="addSp delSp modSp add del mod">
        <pc:chgData name="Alexander Kastil" userId="25853297-1418-4fc4-96ec-22f8bc83a64b" providerId="ADAL" clId="{9EDFCDF1-22C6-47BF-BCCE-EE637B4589E0}" dt="2024-04-29T10:13:05.273" v="2805" actId="20577"/>
        <pc:sldMkLst>
          <pc:docMk/>
          <pc:sldMk cId="1025564574" sldId="256"/>
        </pc:sldMkLst>
      </pc:sldChg>
      <pc:sldChg chg="addSp delSp modSp add del mod modMedia modClrScheme delAnim chgLayout">
        <pc:chgData name="Alexander Kastil" userId="25853297-1418-4fc4-96ec-22f8bc83a64b" providerId="ADAL" clId="{9EDFCDF1-22C6-47BF-BCCE-EE637B4589E0}" dt="2024-04-28T06:04:30.130" v="441" actId="34807"/>
        <pc:sldMkLst>
          <pc:docMk/>
          <pc:sldMk cId="2128415773" sldId="256"/>
        </pc:sldMkLst>
      </pc:sldChg>
      <pc:sldChg chg="modSp add del mod">
        <pc:chgData name="Alexander Kastil" userId="25853297-1418-4fc4-96ec-22f8bc83a64b" providerId="ADAL" clId="{9EDFCDF1-22C6-47BF-BCCE-EE637B4589E0}" dt="2024-04-28T14:40:00.825" v="2667"/>
        <pc:sldMkLst>
          <pc:docMk/>
          <pc:sldMk cId="1814925833" sldId="257"/>
        </pc:sldMkLst>
      </pc:sldChg>
      <pc:sldChg chg="modSp add del mod">
        <pc:chgData name="Alexander Kastil" userId="25853297-1418-4fc4-96ec-22f8bc83a64b" providerId="ADAL" clId="{9EDFCDF1-22C6-47BF-BCCE-EE637B4589E0}" dt="2024-04-28T06:04:30.130" v="441" actId="34807"/>
        <pc:sldMkLst>
          <pc:docMk/>
          <pc:sldMk cId="3501665795" sldId="257"/>
        </pc:sldMkLst>
      </pc:sldChg>
      <pc:sldChg chg="modSp add del mod">
        <pc:chgData name="Alexander Kastil" userId="25853297-1418-4fc4-96ec-22f8bc83a64b" providerId="ADAL" clId="{9EDFCDF1-22C6-47BF-BCCE-EE637B4589E0}" dt="2024-04-28T06:04:30.130" v="441" actId="34807"/>
        <pc:sldMkLst>
          <pc:docMk/>
          <pc:sldMk cId="916471601" sldId="258"/>
        </pc:sldMkLst>
      </pc:sldChg>
      <pc:sldChg chg="delSp modSp add mod modClrScheme chgLayout">
        <pc:chgData name="Alexander Kastil" userId="25853297-1418-4fc4-96ec-22f8bc83a64b" providerId="ADAL" clId="{9EDFCDF1-22C6-47BF-BCCE-EE637B4589E0}" dt="2024-04-28T06:10:00.121" v="475" actId="15"/>
        <pc:sldMkLst>
          <pc:docMk/>
          <pc:sldMk cId="3656196656" sldId="258"/>
        </pc:sldMkLst>
      </pc:sldChg>
      <pc:sldChg chg="modSp add del mod">
        <pc:chgData name="Alexander Kastil" userId="25853297-1418-4fc4-96ec-22f8bc83a64b" providerId="ADAL" clId="{9EDFCDF1-22C6-47BF-BCCE-EE637B4589E0}" dt="2024-04-28T06:04:30.130" v="441" actId="34807"/>
        <pc:sldMkLst>
          <pc:docMk/>
          <pc:sldMk cId="1906309422" sldId="259"/>
        </pc:sldMkLst>
      </pc:sldChg>
      <pc:sldChg chg="modSp add del mod modClrScheme chgLayout">
        <pc:chgData name="Alexander Kastil" userId="25853297-1418-4fc4-96ec-22f8bc83a64b" providerId="ADAL" clId="{9EDFCDF1-22C6-47BF-BCCE-EE637B4589E0}" dt="2024-04-28T06:07:25.971" v="459" actId="47"/>
        <pc:sldMkLst>
          <pc:docMk/>
          <pc:sldMk cId="2296677833" sldId="259"/>
        </pc:sldMkLst>
      </pc:sldChg>
      <pc:sldChg chg="addSp delSp modSp add del mod">
        <pc:chgData name="Alexander Kastil" userId="25853297-1418-4fc4-96ec-22f8bc83a64b" providerId="ADAL" clId="{9EDFCDF1-22C6-47BF-BCCE-EE637B4589E0}" dt="2024-04-28T09:20:28.459" v="2225" actId="14100"/>
        <pc:sldMkLst>
          <pc:docMk/>
          <pc:sldMk cId="1329572782" sldId="353"/>
        </pc:sldMkLst>
      </pc:sldChg>
      <pc:sldChg chg="add del">
        <pc:chgData name="Alexander Kastil" userId="25853297-1418-4fc4-96ec-22f8bc83a64b" providerId="ADAL" clId="{9EDFCDF1-22C6-47BF-BCCE-EE637B4589E0}" dt="2024-04-28T06:04:30.130" v="441" actId="34807"/>
        <pc:sldMkLst>
          <pc:docMk/>
          <pc:sldMk cId="3714499011" sldId="354"/>
        </pc:sldMkLst>
      </pc:sldChg>
      <pc:sldChg chg="modSp add del mod">
        <pc:chgData name="Alexander Kastil" userId="25853297-1418-4fc4-96ec-22f8bc83a64b" providerId="ADAL" clId="{9EDFCDF1-22C6-47BF-BCCE-EE637B4589E0}" dt="2024-04-28T07:03:06.822" v="1082" actId="20577"/>
        <pc:sldMkLst>
          <pc:docMk/>
          <pc:sldMk cId="3139570228" sldId="355"/>
        </pc:sldMkLst>
      </pc:sldChg>
      <pc:sldChg chg="modSp add del mod modNotesTx">
        <pc:chgData name="Alexander Kastil" userId="25853297-1418-4fc4-96ec-22f8bc83a64b" providerId="ADAL" clId="{9EDFCDF1-22C6-47BF-BCCE-EE637B4589E0}" dt="2024-04-28T08:27:50.293" v="1474"/>
        <pc:sldMkLst>
          <pc:docMk/>
          <pc:sldMk cId="897094042" sldId="559"/>
        </pc:sldMkLst>
      </pc:sldChg>
      <pc:sldChg chg="del">
        <pc:chgData name="Alexander Kastil" userId="25853297-1418-4fc4-96ec-22f8bc83a64b" providerId="ADAL" clId="{9EDFCDF1-22C6-47BF-BCCE-EE637B4589E0}" dt="2024-04-21T10:23:43.813" v="52" actId="47"/>
        <pc:sldMkLst>
          <pc:docMk/>
          <pc:sldMk cId="3694117816" sldId="566"/>
        </pc:sldMkLst>
      </pc:sldChg>
      <pc:sldChg chg="del">
        <pc:chgData name="Alexander Kastil" userId="25853297-1418-4fc4-96ec-22f8bc83a64b" providerId="ADAL" clId="{9EDFCDF1-22C6-47BF-BCCE-EE637B4589E0}" dt="2024-04-21T10:23:43.813" v="52" actId="47"/>
        <pc:sldMkLst>
          <pc:docMk/>
          <pc:sldMk cId="691890621" sldId="567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1969144916" sldId="601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3627038530" sldId="602"/>
        </pc:sldMkLst>
      </pc:sldChg>
      <pc:sldChg chg="modSp add mod ord modClrScheme chgLayout">
        <pc:chgData name="Alexander Kastil" userId="25853297-1418-4fc4-96ec-22f8bc83a64b" providerId="ADAL" clId="{9EDFCDF1-22C6-47BF-BCCE-EE637B4589E0}" dt="2024-05-01T06:21:19.088" v="2842" actId="403"/>
        <pc:sldMkLst>
          <pc:docMk/>
          <pc:sldMk cId="4242533445" sldId="1721"/>
        </pc:sldMkLst>
      </pc:sldChg>
      <pc:sldChg chg="modSp add mod ord modClrScheme chgLayout">
        <pc:chgData name="Alexander Kastil" userId="25853297-1418-4fc4-96ec-22f8bc83a64b" providerId="ADAL" clId="{9EDFCDF1-22C6-47BF-BCCE-EE637B4589E0}" dt="2024-05-01T06:19:32.262" v="2831" actId="27636"/>
        <pc:sldMkLst>
          <pc:docMk/>
          <pc:sldMk cId="3609339455" sldId="1905"/>
        </pc:sldMkLst>
      </pc:sldChg>
      <pc:sldChg chg="del">
        <pc:chgData name="Alexander Kastil" userId="25853297-1418-4fc4-96ec-22f8bc83a64b" providerId="ADAL" clId="{9EDFCDF1-22C6-47BF-BCCE-EE637B4589E0}" dt="2024-04-21T10:23:43.813" v="52" actId="47"/>
        <pc:sldMkLst>
          <pc:docMk/>
          <pc:sldMk cId="802514063" sldId="1936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4047128442" sldId="1939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3020137421" sldId="1942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464972607" sldId="1943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749796010" sldId="1944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3550905746" sldId="1945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3137501773" sldId="1946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1937259380" sldId="1947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3611530081" sldId="1948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2302226510" sldId="1952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1293500123" sldId="1953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1149192349" sldId="1954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3674512815" sldId="1955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253633209" sldId="1956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1719197650" sldId="1958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1456680750" sldId="1959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2302481982" sldId="1960"/>
        </pc:sldMkLst>
      </pc:sldChg>
      <pc:sldChg chg="del">
        <pc:chgData name="Alexander Kastil" userId="25853297-1418-4fc4-96ec-22f8bc83a64b" providerId="ADAL" clId="{9EDFCDF1-22C6-47BF-BCCE-EE637B4589E0}" dt="2024-04-21T10:22:31.692" v="36" actId="47"/>
        <pc:sldMkLst>
          <pc:docMk/>
          <pc:sldMk cId="714053986" sldId="1961"/>
        </pc:sldMkLst>
      </pc:sldChg>
      <pc:sldChg chg="del">
        <pc:chgData name="Alexander Kastil" userId="25853297-1418-4fc4-96ec-22f8bc83a64b" providerId="ADAL" clId="{9EDFCDF1-22C6-47BF-BCCE-EE637B4589E0}" dt="2024-04-21T10:22:31.692" v="36" actId="47"/>
        <pc:sldMkLst>
          <pc:docMk/>
          <pc:sldMk cId="4015687973" sldId="1962"/>
        </pc:sldMkLst>
      </pc:sldChg>
      <pc:sldChg chg="del">
        <pc:chgData name="Alexander Kastil" userId="25853297-1418-4fc4-96ec-22f8bc83a64b" providerId="ADAL" clId="{9EDFCDF1-22C6-47BF-BCCE-EE637B4589E0}" dt="2024-04-21T10:22:31.692" v="36" actId="47"/>
        <pc:sldMkLst>
          <pc:docMk/>
          <pc:sldMk cId="168922053" sldId="1964"/>
        </pc:sldMkLst>
      </pc:sldChg>
      <pc:sldChg chg="del">
        <pc:chgData name="Alexander Kastil" userId="25853297-1418-4fc4-96ec-22f8bc83a64b" providerId="ADAL" clId="{9EDFCDF1-22C6-47BF-BCCE-EE637B4589E0}" dt="2024-04-21T10:23:52.346" v="54" actId="47"/>
        <pc:sldMkLst>
          <pc:docMk/>
          <pc:sldMk cId="3462422587" sldId="1965"/>
        </pc:sldMkLst>
      </pc:sldChg>
      <pc:sldChg chg="del">
        <pc:chgData name="Alexander Kastil" userId="25853297-1418-4fc4-96ec-22f8bc83a64b" providerId="ADAL" clId="{9EDFCDF1-22C6-47BF-BCCE-EE637B4589E0}" dt="2024-04-21T10:23:52.346" v="54" actId="47"/>
        <pc:sldMkLst>
          <pc:docMk/>
          <pc:sldMk cId="3988806687" sldId="1966"/>
        </pc:sldMkLst>
      </pc:sldChg>
      <pc:sldChg chg="del">
        <pc:chgData name="Alexander Kastil" userId="25853297-1418-4fc4-96ec-22f8bc83a64b" providerId="ADAL" clId="{9EDFCDF1-22C6-47BF-BCCE-EE637B4589E0}" dt="2024-04-21T10:23:43.813" v="52" actId="47"/>
        <pc:sldMkLst>
          <pc:docMk/>
          <pc:sldMk cId="1942386010" sldId="1967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2561392820" sldId="1968"/>
        </pc:sldMkLst>
      </pc:sldChg>
      <pc:sldChg chg="del">
        <pc:chgData name="Alexander Kastil" userId="25853297-1418-4fc4-96ec-22f8bc83a64b" providerId="ADAL" clId="{9EDFCDF1-22C6-47BF-BCCE-EE637B4589E0}" dt="2024-04-21T10:23:43.813" v="52" actId="47"/>
        <pc:sldMkLst>
          <pc:docMk/>
          <pc:sldMk cId="820159404" sldId="1969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3157729247" sldId="1971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1995497280" sldId="1972"/>
        </pc:sldMkLst>
      </pc:sldChg>
      <pc:sldChg chg="addSp delSp modSp add del mod ord chgLayout">
        <pc:chgData name="Alexander Kastil" userId="25853297-1418-4fc4-96ec-22f8bc83a64b" providerId="ADAL" clId="{9EDFCDF1-22C6-47BF-BCCE-EE637B4589E0}" dt="2024-04-28T06:37:12.643" v="783" actId="700"/>
        <pc:sldMkLst>
          <pc:docMk/>
          <pc:sldMk cId="864259472" sldId="1973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2588458721" sldId="1974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1212166777" sldId="1975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860739489" sldId="1976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1584665959" sldId="1977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2305342243" sldId="1978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3471668766" sldId="1981"/>
        </pc:sldMkLst>
      </pc:sldChg>
      <pc:sldChg chg="addSp delSp modSp add del mod chgLayout">
        <pc:chgData name="Alexander Kastil" userId="25853297-1418-4fc4-96ec-22f8bc83a64b" providerId="ADAL" clId="{9EDFCDF1-22C6-47BF-BCCE-EE637B4589E0}" dt="2024-04-28T14:39:44.719" v="2665" actId="404"/>
        <pc:sldMkLst>
          <pc:docMk/>
          <pc:sldMk cId="1588933147" sldId="1983"/>
        </pc:sldMkLst>
      </pc:sldChg>
      <pc:sldChg chg="addSp delSp modSp add del mod chgLayout">
        <pc:chgData name="Alexander Kastil" userId="25853297-1418-4fc4-96ec-22f8bc83a64b" providerId="ADAL" clId="{9EDFCDF1-22C6-47BF-BCCE-EE637B4589E0}" dt="2024-04-28T06:37:24.261" v="785" actId="700"/>
        <pc:sldMkLst>
          <pc:docMk/>
          <pc:sldMk cId="3745641020" sldId="2020"/>
        </pc:sldMkLst>
      </pc:sldChg>
      <pc:sldChg chg="del">
        <pc:chgData name="Alexander Kastil" userId="25853297-1418-4fc4-96ec-22f8bc83a64b" providerId="ADAL" clId="{9EDFCDF1-22C6-47BF-BCCE-EE637B4589E0}" dt="2024-04-21T10:23:15.931" v="48" actId="47"/>
        <pc:sldMkLst>
          <pc:docMk/>
          <pc:sldMk cId="3673911944" sldId="8448"/>
        </pc:sldMkLst>
      </pc:sldChg>
      <pc:sldChg chg="del">
        <pc:chgData name="Alexander Kastil" userId="25853297-1418-4fc4-96ec-22f8bc83a64b" providerId="ADAL" clId="{9EDFCDF1-22C6-47BF-BCCE-EE637B4589E0}" dt="2024-04-21T10:23:19.602" v="49" actId="47"/>
        <pc:sldMkLst>
          <pc:docMk/>
          <pc:sldMk cId="2073824554" sldId="8449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1864947608" sldId="8450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2567322683" sldId="8451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3126891282" sldId="8452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436106185" sldId="8453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295814618" sldId="8454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2312433149" sldId="8455"/>
        </pc:sldMkLst>
      </pc:sldChg>
      <pc:sldChg chg="del">
        <pc:chgData name="Alexander Kastil" userId="25853297-1418-4fc4-96ec-22f8bc83a64b" providerId="ADAL" clId="{9EDFCDF1-22C6-47BF-BCCE-EE637B4589E0}" dt="2024-04-21T10:24:55.514" v="66" actId="47"/>
        <pc:sldMkLst>
          <pc:docMk/>
          <pc:sldMk cId="403107829" sldId="8456"/>
        </pc:sldMkLst>
      </pc:sldChg>
      <pc:sldChg chg="addSp delSp modSp new add del mod modTransition modClrScheme chgLayout">
        <pc:chgData name="Alexander Kastil" userId="25853297-1418-4fc4-96ec-22f8bc83a64b" providerId="ADAL" clId="{9EDFCDF1-22C6-47BF-BCCE-EE637B4589E0}" dt="2024-04-28T07:00:21.824" v="1057" actId="15"/>
        <pc:sldMkLst>
          <pc:docMk/>
          <pc:sldMk cId="3629272225" sldId="8457"/>
        </pc:sldMkLst>
      </pc:sldChg>
      <pc:sldChg chg="addSp delSp modSp add del mod modTransition modClrScheme chgLayout">
        <pc:chgData name="Alexander Kastil" userId="25853297-1418-4fc4-96ec-22f8bc83a64b" providerId="ADAL" clId="{9EDFCDF1-22C6-47BF-BCCE-EE637B4589E0}" dt="2024-04-28T07:02:46.958" v="1070" actId="14100"/>
        <pc:sldMkLst>
          <pc:docMk/>
          <pc:sldMk cId="3233280524" sldId="8458"/>
        </pc:sldMkLst>
      </pc:sldChg>
      <pc:sldChg chg="add del">
        <pc:chgData name="Alexander Kastil" userId="25853297-1418-4fc4-96ec-22f8bc83a64b" providerId="ADAL" clId="{9EDFCDF1-22C6-47BF-BCCE-EE637B4589E0}" dt="2024-04-28T06:56:30.357" v="1037" actId="47"/>
        <pc:sldMkLst>
          <pc:docMk/>
          <pc:sldMk cId="4218752721" sldId="8459"/>
        </pc:sldMkLst>
      </pc:sldChg>
      <pc:sldChg chg="add del">
        <pc:chgData name="Alexander Kastil" userId="25853297-1418-4fc4-96ec-22f8bc83a64b" providerId="ADAL" clId="{9EDFCDF1-22C6-47BF-BCCE-EE637B4589E0}" dt="2024-04-28T06:56:30.357" v="1037" actId="47"/>
        <pc:sldMkLst>
          <pc:docMk/>
          <pc:sldMk cId="2097790175" sldId="8460"/>
        </pc:sldMkLst>
      </pc:sldChg>
      <pc:sldChg chg="add del">
        <pc:chgData name="Alexander Kastil" userId="25853297-1418-4fc4-96ec-22f8bc83a64b" providerId="ADAL" clId="{9EDFCDF1-22C6-47BF-BCCE-EE637B4589E0}" dt="2024-04-28T14:21:30.266" v="2605" actId="47"/>
        <pc:sldMkLst>
          <pc:docMk/>
          <pc:sldMk cId="2298812904" sldId="8461"/>
        </pc:sldMkLst>
      </pc:sldChg>
      <pc:sldChg chg="add del">
        <pc:chgData name="Alexander Kastil" userId="25853297-1418-4fc4-96ec-22f8bc83a64b" providerId="ADAL" clId="{9EDFCDF1-22C6-47BF-BCCE-EE637B4589E0}" dt="2024-04-28T14:21:30.266" v="2605" actId="47"/>
        <pc:sldMkLst>
          <pc:docMk/>
          <pc:sldMk cId="1457986506" sldId="8462"/>
        </pc:sldMkLst>
      </pc:sldChg>
      <pc:sldChg chg="add del">
        <pc:chgData name="Alexander Kastil" userId="25853297-1418-4fc4-96ec-22f8bc83a64b" providerId="ADAL" clId="{9EDFCDF1-22C6-47BF-BCCE-EE637B4589E0}" dt="2024-04-28T14:21:30.266" v="2605" actId="47"/>
        <pc:sldMkLst>
          <pc:docMk/>
          <pc:sldMk cId="4286615201" sldId="8463"/>
        </pc:sldMkLst>
      </pc:sldChg>
      <pc:sldChg chg="addSp delSp modSp add del mod ord modTransition modClrScheme chgLayout">
        <pc:chgData name="Alexander Kastil" userId="25853297-1418-4fc4-96ec-22f8bc83a64b" providerId="ADAL" clId="{9EDFCDF1-22C6-47BF-BCCE-EE637B4589E0}" dt="2024-05-01T06:21:40.766" v="2844" actId="26606"/>
        <pc:sldMkLst>
          <pc:docMk/>
          <pc:sldMk cId="1553678443" sldId="8464"/>
        </pc:sldMkLst>
      </pc:sldChg>
      <pc:sldChg chg="addSp delSp modSp add del mod modClrScheme chgLayout">
        <pc:chgData name="Alexander Kastil" userId="25853297-1418-4fc4-96ec-22f8bc83a64b" providerId="ADAL" clId="{9EDFCDF1-22C6-47BF-BCCE-EE637B4589E0}" dt="2024-04-28T06:33:07.741" v="754" actId="20577"/>
        <pc:sldMkLst>
          <pc:docMk/>
          <pc:sldMk cId="1661570778" sldId="8465"/>
        </pc:sldMkLst>
      </pc:sldChg>
      <pc:sldChg chg="addSp modSp add del mod">
        <pc:chgData name="Alexander Kastil" userId="25853297-1418-4fc4-96ec-22f8bc83a64b" providerId="ADAL" clId="{9EDFCDF1-22C6-47BF-BCCE-EE637B4589E0}" dt="2024-04-28T06:45:11.614" v="918" actId="1076"/>
        <pc:sldMkLst>
          <pc:docMk/>
          <pc:sldMk cId="3526829860" sldId="8466"/>
        </pc:sldMkLst>
      </pc:sldChg>
      <pc:sldChg chg="modSp add del mod">
        <pc:chgData name="Alexander Kastil" userId="25853297-1418-4fc4-96ec-22f8bc83a64b" providerId="ADAL" clId="{9EDFCDF1-22C6-47BF-BCCE-EE637B4589E0}" dt="2024-04-28T06:04:43.405" v="443" actId="47"/>
        <pc:sldMkLst>
          <pc:docMk/>
          <pc:sldMk cId="3161688944" sldId="8467"/>
        </pc:sldMkLst>
      </pc:sldChg>
      <pc:sldChg chg="addSp delSp modSp add del mod modClrScheme chgLayout modNotesTx">
        <pc:chgData name="Alexander Kastil" userId="25853297-1418-4fc4-96ec-22f8bc83a64b" providerId="ADAL" clId="{9EDFCDF1-22C6-47BF-BCCE-EE637B4589E0}" dt="2024-04-28T08:27:41.476" v="1473"/>
        <pc:sldMkLst>
          <pc:docMk/>
          <pc:sldMk cId="2495904611" sldId="8468"/>
        </pc:sldMkLst>
      </pc:sldChg>
      <pc:sldChg chg="addSp delSp modSp add del mod modClrScheme chgLayout">
        <pc:chgData name="Alexander Kastil" userId="25853297-1418-4fc4-96ec-22f8bc83a64b" providerId="ADAL" clId="{9EDFCDF1-22C6-47BF-BCCE-EE637B4589E0}" dt="2024-05-01T06:21:26.491" v="2843" actId="26606"/>
        <pc:sldMkLst>
          <pc:docMk/>
          <pc:sldMk cId="389764012" sldId="8469"/>
        </pc:sldMkLst>
      </pc:sldChg>
      <pc:sldChg chg="addSp delSp modSp add del mod modClrScheme chgLayout">
        <pc:chgData name="Alexander Kastil" userId="25853297-1418-4fc4-96ec-22f8bc83a64b" providerId="ADAL" clId="{9EDFCDF1-22C6-47BF-BCCE-EE637B4589E0}" dt="2024-05-01T06:20:48.044" v="2840" actId="26606"/>
        <pc:sldMkLst>
          <pc:docMk/>
          <pc:sldMk cId="3517515508" sldId="8470"/>
        </pc:sldMkLst>
      </pc:sldChg>
      <pc:sldChg chg="addSp delSp modSp add del mod modClrScheme chgLayout">
        <pc:chgData name="Alexander Kastil" userId="25853297-1418-4fc4-96ec-22f8bc83a64b" providerId="ADAL" clId="{9EDFCDF1-22C6-47BF-BCCE-EE637B4589E0}" dt="2024-05-01T06:20:41.157" v="2839" actId="26606"/>
        <pc:sldMkLst>
          <pc:docMk/>
          <pc:sldMk cId="1946821928" sldId="8471"/>
        </pc:sldMkLst>
      </pc:sldChg>
      <pc:sldChg chg="add del">
        <pc:chgData name="Alexander Kastil" userId="25853297-1418-4fc4-96ec-22f8bc83a64b" providerId="ADAL" clId="{9EDFCDF1-22C6-47BF-BCCE-EE637B4589E0}" dt="2024-04-28T14:45:09.937" v="2715" actId="47"/>
        <pc:sldMkLst>
          <pc:docMk/>
          <pc:sldMk cId="1575327778" sldId="8472"/>
        </pc:sldMkLst>
      </pc:sldChg>
      <pc:sldChg chg="modSp new add del mod ord">
        <pc:chgData name="Alexander Kastil" userId="25853297-1418-4fc4-96ec-22f8bc83a64b" providerId="ADAL" clId="{9EDFCDF1-22C6-47BF-BCCE-EE637B4589E0}" dt="2024-04-28T06:04:30.130" v="441" actId="34807"/>
        <pc:sldMkLst>
          <pc:docMk/>
          <pc:sldMk cId="3678169884" sldId="8473"/>
        </pc:sldMkLst>
      </pc:sldChg>
      <pc:sldChg chg="add del">
        <pc:chgData name="Alexander Kastil" userId="25853297-1418-4fc4-96ec-22f8bc83a64b" providerId="ADAL" clId="{9EDFCDF1-22C6-47BF-BCCE-EE637B4589E0}" dt="2024-04-28T06:06:42.651" v="451" actId="47"/>
        <pc:sldMkLst>
          <pc:docMk/>
          <pc:sldMk cId="1365220575" sldId="8474"/>
        </pc:sldMkLst>
      </pc:sldChg>
      <pc:sldChg chg="addSp delSp modSp add mod modClrScheme chgLayout">
        <pc:chgData name="Alexander Kastil" userId="25853297-1418-4fc4-96ec-22f8bc83a64b" providerId="ADAL" clId="{9EDFCDF1-22C6-47BF-BCCE-EE637B4589E0}" dt="2024-04-29T10:19:59.562" v="2829" actId="14100"/>
        <pc:sldMkLst>
          <pc:docMk/>
          <pc:sldMk cId="775419567" sldId="8475"/>
        </pc:sldMkLst>
      </pc:sldChg>
      <pc:sldChg chg="addSp delSp modSp add mod ord modTransition modClrScheme chgLayout">
        <pc:chgData name="Alexander Kastil" userId="25853297-1418-4fc4-96ec-22f8bc83a64b" providerId="ADAL" clId="{9EDFCDF1-22C6-47BF-BCCE-EE637B4589E0}" dt="2024-04-28T06:25:41.783" v="716"/>
        <pc:sldMkLst>
          <pc:docMk/>
          <pc:sldMk cId="620756744" sldId="8476"/>
        </pc:sldMkLst>
      </pc:sldChg>
      <pc:sldChg chg="modSp add mod ord">
        <pc:chgData name="Alexander Kastil" userId="25853297-1418-4fc4-96ec-22f8bc83a64b" providerId="ADAL" clId="{9EDFCDF1-22C6-47BF-BCCE-EE637B4589E0}" dt="2024-04-28T14:48:45.094" v="2786" actId="20577"/>
        <pc:sldMkLst>
          <pc:docMk/>
          <pc:sldMk cId="1270988589" sldId="8477"/>
        </pc:sldMkLst>
      </pc:sldChg>
      <pc:sldChg chg="add del">
        <pc:chgData name="Alexander Kastil" userId="25853297-1418-4fc4-96ec-22f8bc83a64b" providerId="ADAL" clId="{9EDFCDF1-22C6-47BF-BCCE-EE637B4589E0}" dt="2024-04-28T06:26:24.453" v="718"/>
        <pc:sldMkLst>
          <pc:docMk/>
          <pc:sldMk cId="1761576924" sldId="8478"/>
        </pc:sldMkLst>
      </pc:sldChg>
      <pc:sldChg chg="modSp add mod">
        <pc:chgData name="Alexander Kastil" userId="25853297-1418-4fc4-96ec-22f8bc83a64b" providerId="ADAL" clId="{9EDFCDF1-22C6-47BF-BCCE-EE637B4589E0}" dt="2024-04-28T08:26:21.792" v="1472"/>
        <pc:sldMkLst>
          <pc:docMk/>
          <pc:sldMk cId="2610767576" sldId="8478"/>
        </pc:sldMkLst>
      </pc:sldChg>
      <pc:sldChg chg="addSp delSp modSp add mod modClrScheme chgLayout">
        <pc:chgData name="Alexander Kastil" userId="25853297-1418-4fc4-96ec-22f8bc83a64b" providerId="ADAL" clId="{9EDFCDF1-22C6-47BF-BCCE-EE637B4589E0}" dt="2024-04-28T06:37:07.005" v="782" actId="700"/>
        <pc:sldMkLst>
          <pc:docMk/>
          <pc:sldMk cId="827708876" sldId="8479"/>
        </pc:sldMkLst>
      </pc:sldChg>
      <pc:sldChg chg="new del">
        <pc:chgData name="Alexander Kastil" userId="25853297-1418-4fc4-96ec-22f8bc83a64b" providerId="ADAL" clId="{9EDFCDF1-22C6-47BF-BCCE-EE637B4589E0}" dt="2024-04-28T08:27:59.608" v="1475" actId="47"/>
        <pc:sldMkLst>
          <pc:docMk/>
          <pc:sldMk cId="693554884" sldId="8480"/>
        </pc:sldMkLst>
      </pc:sldChg>
      <pc:sldChg chg="addSp modSp add mod">
        <pc:chgData name="Alexander Kastil" userId="25853297-1418-4fc4-96ec-22f8bc83a64b" providerId="ADAL" clId="{9EDFCDF1-22C6-47BF-BCCE-EE637B4589E0}" dt="2024-04-28T08:31:28.644" v="1487" actId="1076"/>
        <pc:sldMkLst>
          <pc:docMk/>
          <pc:sldMk cId="3579897819" sldId="8481"/>
        </pc:sldMkLst>
      </pc:sldChg>
      <pc:sldChg chg="addSp modSp add mod">
        <pc:chgData name="Alexander Kastil" userId="25853297-1418-4fc4-96ec-22f8bc83a64b" providerId="ADAL" clId="{9EDFCDF1-22C6-47BF-BCCE-EE637B4589E0}" dt="2024-04-28T14:22:36.976" v="2606"/>
        <pc:sldMkLst>
          <pc:docMk/>
          <pc:sldMk cId="2387333562" sldId="8482"/>
        </pc:sldMkLst>
      </pc:sldChg>
      <pc:sldChg chg="addSp modSp add mod">
        <pc:chgData name="Alexander Kastil" userId="25853297-1418-4fc4-96ec-22f8bc83a64b" providerId="ADAL" clId="{9EDFCDF1-22C6-47BF-BCCE-EE637B4589E0}" dt="2024-04-28T09:00:17.275" v="2159" actId="20577"/>
        <pc:sldMkLst>
          <pc:docMk/>
          <pc:sldMk cId="133460003" sldId="8483"/>
        </pc:sldMkLst>
      </pc:sldChg>
      <pc:sldChg chg="addSp modSp add mod">
        <pc:chgData name="Alexander Kastil" userId="25853297-1418-4fc4-96ec-22f8bc83a64b" providerId="ADAL" clId="{9EDFCDF1-22C6-47BF-BCCE-EE637B4589E0}" dt="2024-04-28T07:07:19.129" v="1126" actId="15"/>
        <pc:sldMkLst>
          <pc:docMk/>
          <pc:sldMk cId="4179185169" sldId="8484"/>
        </pc:sldMkLst>
      </pc:sldChg>
      <pc:sldChg chg="modSp add del mod">
        <pc:chgData name="Alexander Kastil" userId="25853297-1418-4fc4-96ec-22f8bc83a64b" providerId="ADAL" clId="{9EDFCDF1-22C6-47BF-BCCE-EE637B4589E0}" dt="2024-04-28T06:45:22.430" v="919" actId="47"/>
        <pc:sldMkLst>
          <pc:docMk/>
          <pc:sldMk cId="2020607646" sldId="8485"/>
        </pc:sldMkLst>
      </pc:sldChg>
      <pc:sldChg chg="addSp modSp new mod ord">
        <pc:chgData name="Alexander Kastil" userId="25853297-1418-4fc4-96ec-22f8bc83a64b" providerId="ADAL" clId="{9EDFCDF1-22C6-47BF-BCCE-EE637B4589E0}" dt="2024-04-28T09:20:48.754" v="2234" actId="20577"/>
        <pc:sldMkLst>
          <pc:docMk/>
          <pc:sldMk cId="2907730902" sldId="8485"/>
        </pc:sldMkLst>
      </pc:sldChg>
      <pc:sldChg chg="addSp modSp new mod">
        <pc:chgData name="Alexander Kastil" userId="25853297-1418-4fc4-96ec-22f8bc83a64b" providerId="ADAL" clId="{9EDFCDF1-22C6-47BF-BCCE-EE637B4589E0}" dt="2024-04-29T10:13:45.031" v="2808" actId="167"/>
        <pc:sldMkLst>
          <pc:docMk/>
          <pc:sldMk cId="2397158577" sldId="8486"/>
        </pc:sldMkLst>
      </pc:sldChg>
      <pc:sldChg chg="modSp new del mod">
        <pc:chgData name="Alexander Kastil" userId="25853297-1418-4fc4-96ec-22f8bc83a64b" providerId="ADAL" clId="{9EDFCDF1-22C6-47BF-BCCE-EE637B4589E0}" dt="2024-04-28T07:18:48.470" v="1251" actId="47"/>
        <pc:sldMkLst>
          <pc:docMk/>
          <pc:sldMk cId="2059240032" sldId="8487"/>
        </pc:sldMkLst>
      </pc:sldChg>
      <pc:sldChg chg="modSp new mod">
        <pc:chgData name="Alexander Kastil" userId="25853297-1418-4fc4-96ec-22f8bc83a64b" providerId="ADAL" clId="{9EDFCDF1-22C6-47BF-BCCE-EE637B4589E0}" dt="2024-04-28T08:19:42.686" v="1292" actId="108"/>
        <pc:sldMkLst>
          <pc:docMk/>
          <pc:sldMk cId="2233255972" sldId="8488"/>
        </pc:sldMkLst>
      </pc:sldChg>
      <pc:sldChg chg="addSp delSp modSp add mod modClrScheme chgLayout">
        <pc:chgData name="Alexander Kastil" userId="25853297-1418-4fc4-96ec-22f8bc83a64b" providerId="ADAL" clId="{9EDFCDF1-22C6-47BF-BCCE-EE637B4589E0}" dt="2024-04-28T08:18:03.499" v="1256" actId="108"/>
        <pc:sldMkLst>
          <pc:docMk/>
          <pc:sldMk cId="943867" sldId="8489"/>
        </pc:sldMkLst>
      </pc:sldChg>
      <pc:sldChg chg="modSp new mod ord">
        <pc:chgData name="Alexander Kastil" userId="25853297-1418-4fc4-96ec-22f8bc83a64b" providerId="ADAL" clId="{9EDFCDF1-22C6-47BF-BCCE-EE637B4589E0}" dt="2024-04-28T08:45:00.746" v="1659" actId="108"/>
        <pc:sldMkLst>
          <pc:docMk/>
          <pc:sldMk cId="3193633598" sldId="8490"/>
        </pc:sldMkLst>
      </pc:sldChg>
      <pc:sldChg chg="modSp new mod ord">
        <pc:chgData name="Alexander Kastil" userId="25853297-1418-4fc4-96ec-22f8bc83a64b" providerId="ADAL" clId="{9EDFCDF1-22C6-47BF-BCCE-EE637B4589E0}" dt="2024-04-28T09:21:30.701" v="2249"/>
        <pc:sldMkLst>
          <pc:docMk/>
          <pc:sldMk cId="3301127473" sldId="8491"/>
        </pc:sldMkLst>
      </pc:sldChg>
      <pc:sldChg chg="addSp modSp new mod ord">
        <pc:chgData name="Alexander Kastil" userId="25853297-1418-4fc4-96ec-22f8bc83a64b" providerId="ADAL" clId="{9EDFCDF1-22C6-47BF-BCCE-EE637B4589E0}" dt="2024-04-28T08:58:12.923" v="2048" actId="20577"/>
        <pc:sldMkLst>
          <pc:docMk/>
          <pc:sldMk cId="782063438" sldId="8492"/>
        </pc:sldMkLst>
      </pc:sldChg>
      <pc:sldChg chg="modSp new mod">
        <pc:chgData name="Alexander Kastil" userId="25853297-1418-4fc4-96ec-22f8bc83a64b" providerId="ADAL" clId="{9EDFCDF1-22C6-47BF-BCCE-EE637B4589E0}" dt="2024-04-28T14:16:53.296" v="2567"/>
        <pc:sldMkLst>
          <pc:docMk/>
          <pc:sldMk cId="2433222350" sldId="8493"/>
        </pc:sldMkLst>
      </pc:sldChg>
      <pc:sldChg chg="modSp new mod">
        <pc:chgData name="Alexander Kastil" userId="25853297-1418-4fc4-96ec-22f8bc83a64b" providerId="ADAL" clId="{9EDFCDF1-22C6-47BF-BCCE-EE637B4589E0}" dt="2024-04-28T09:09:32.083" v="2197" actId="20577"/>
        <pc:sldMkLst>
          <pc:docMk/>
          <pc:sldMk cId="1088766581" sldId="8494"/>
        </pc:sldMkLst>
      </pc:sldChg>
      <pc:sldChg chg="addSp modSp new del mod ord">
        <pc:chgData name="Alexander Kastil" userId="25853297-1418-4fc4-96ec-22f8bc83a64b" providerId="ADAL" clId="{9EDFCDF1-22C6-47BF-BCCE-EE637B4589E0}" dt="2024-04-28T09:22:24.255" v="2252" actId="2696"/>
        <pc:sldMkLst>
          <pc:docMk/>
          <pc:sldMk cId="3054204421" sldId="8495"/>
        </pc:sldMkLst>
      </pc:sldChg>
      <pc:sldChg chg="add">
        <pc:chgData name="Alexander Kastil" userId="25853297-1418-4fc4-96ec-22f8bc83a64b" providerId="ADAL" clId="{9EDFCDF1-22C6-47BF-BCCE-EE637B4589E0}" dt="2024-04-28T09:22:29.681" v="2253"/>
        <pc:sldMkLst>
          <pc:docMk/>
          <pc:sldMk cId="3875340337" sldId="8495"/>
        </pc:sldMkLst>
      </pc:sldChg>
      <pc:sldChg chg="addSp delSp modSp new del mod">
        <pc:chgData name="Alexander Kastil" userId="25853297-1418-4fc4-96ec-22f8bc83a64b" providerId="ADAL" clId="{9EDFCDF1-22C6-47BF-BCCE-EE637B4589E0}" dt="2024-04-28T09:22:24.255" v="2252" actId="2696"/>
        <pc:sldMkLst>
          <pc:docMk/>
          <pc:sldMk cId="2678595607" sldId="8496"/>
        </pc:sldMkLst>
      </pc:sldChg>
      <pc:sldChg chg="add">
        <pc:chgData name="Alexander Kastil" userId="25853297-1418-4fc4-96ec-22f8bc83a64b" providerId="ADAL" clId="{9EDFCDF1-22C6-47BF-BCCE-EE637B4589E0}" dt="2024-04-28T09:22:29.681" v="2253"/>
        <pc:sldMkLst>
          <pc:docMk/>
          <pc:sldMk cId="4185999800" sldId="8496"/>
        </pc:sldMkLst>
      </pc:sldChg>
      <pc:sldChg chg="new del">
        <pc:chgData name="Alexander Kastil" userId="25853297-1418-4fc4-96ec-22f8bc83a64b" providerId="ADAL" clId="{9EDFCDF1-22C6-47BF-BCCE-EE637B4589E0}" dt="2024-04-28T14:19:10.314" v="2604" actId="47"/>
        <pc:sldMkLst>
          <pc:docMk/>
          <pc:sldMk cId="276323177" sldId="8497"/>
        </pc:sldMkLst>
      </pc:sldChg>
      <pc:sldChg chg="modSp new mod">
        <pc:chgData name="Alexander Kastil" userId="25853297-1418-4fc4-96ec-22f8bc83a64b" providerId="ADAL" clId="{9EDFCDF1-22C6-47BF-BCCE-EE637B4589E0}" dt="2024-04-28T14:18:48.658" v="2603" actId="27636"/>
        <pc:sldMkLst>
          <pc:docMk/>
          <pc:sldMk cId="2275573862" sldId="8498"/>
        </pc:sldMkLst>
      </pc:sldChg>
      <pc:sldChg chg="modSp new mod ord">
        <pc:chgData name="Alexander Kastil" userId="25853297-1418-4fc4-96ec-22f8bc83a64b" providerId="ADAL" clId="{9EDFCDF1-22C6-47BF-BCCE-EE637B4589E0}" dt="2024-04-28T14:27:39.850" v="2631" actId="3626"/>
        <pc:sldMkLst>
          <pc:docMk/>
          <pc:sldMk cId="2842125732" sldId="8499"/>
        </pc:sldMkLst>
      </pc:sldChg>
      <pc:sldMasterChg chg="addSldLayout delSldLayout modSldLayout">
        <pc:chgData name="Alexander Kastil" userId="25853297-1418-4fc4-96ec-22f8bc83a64b" providerId="ADAL" clId="{9EDFCDF1-22C6-47BF-BCCE-EE637B4589E0}" dt="2024-05-01T06:20:24.744" v="2838" actId="2696"/>
        <pc:sldMasterMkLst>
          <pc:docMk/>
          <pc:sldMasterMk cId="3874831218" sldId="2147483931"/>
        </pc:sldMasterMkLst>
        <pc:sldLayoutChg chg="modSp mod">
          <pc:chgData name="Alexander Kastil" userId="25853297-1418-4fc4-96ec-22f8bc83a64b" providerId="ADAL" clId="{9EDFCDF1-22C6-47BF-BCCE-EE637B4589E0}" dt="2024-04-28T06:14:48.469" v="530" actId="14100"/>
          <pc:sldLayoutMkLst>
            <pc:docMk/>
            <pc:sldMasterMk cId="3874831218" sldId="2147483931"/>
            <pc:sldLayoutMk cId="1815437133" sldId="2147483932"/>
          </pc:sldLayoutMkLst>
        </pc:sldLayoutChg>
        <pc:sldLayoutChg chg="modSp">
          <pc:chgData name="Alexander Kastil" userId="25853297-1418-4fc4-96ec-22f8bc83a64b" providerId="ADAL" clId="{9EDFCDF1-22C6-47BF-BCCE-EE637B4589E0}" dt="2024-04-28T06:34:22.374" v="775" actId="404"/>
          <pc:sldLayoutMkLst>
            <pc:docMk/>
            <pc:sldMasterMk cId="3874831218" sldId="2147483931"/>
            <pc:sldLayoutMk cId="2684592848" sldId="2147483934"/>
          </pc:sldLayoutMkLst>
        </pc:sldLayoutChg>
        <pc:sldLayoutChg chg="modSp mod">
          <pc:chgData name="Alexander Kastil" userId="25853297-1418-4fc4-96ec-22f8bc83a64b" providerId="ADAL" clId="{9EDFCDF1-22C6-47BF-BCCE-EE637B4589E0}" dt="2024-04-28T06:13:09.902" v="515" actId="14100"/>
          <pc:sldLayoutMkLst>
            <pc:docMk/>
            <pc:sldMasterMk cId="3874831218" sldId="2147483931"/>
            <pc:sldLayoutMk cId="318351599" sldId="2147483935"/>
          </pc:sldLayoutMkLst>
        </pc:sldLayoutChg>
        <pc:sldLayoutChg chg="modSp add del mod">
          <pc:chgData name="Alexander Kastil" userId="25853297-1418-4fc4-96ec-22f8bc83a64b" providerId="ADAL" clId="{9EDFCDF1-22C6-47BF-BCCE-EE637B4589E0}" dt="2024-04-28T06:36:28.627" v="781" actId="2696"/>
          <pc:sldLayoutMkLst>
            <pc:docMk/>
            <pc:sldMasterMk cId="3874831218" sldId="2147483931"/>
            <pc:sldLayoutMk cId="2149892394" sldId="2147483936"/>
          </pc:sldLayoutMkLst>
        </pc:sldLayoutChg>
        <pc:sldLayoutChg chg="modSp del mod">
          <pc:chgData name="Alexander Kastil" userId="25853297-1418-4fc4-96ec-22f8bc83a64b" providerId="ADAL" clId="{9EDFCDF1-22C6-47BF-BCCE-EE637B4589E0}" dt="2024-04-28T06:36:10.017" v="779" actId="2696"/>
          <pc:sldLayoutMkLst>
            <pc:docMk/>
            <pc:sldMasterMk cId="3874831218" sldId="2147483931"/>
            <pc:sldLayoutMk cId="2414605036" sldId="2147483943"/>
          </pc:sldLayoutMkLst>
        </pc:sldLayoutChg>
        <pc:sldLayoutChg chg="del">
          <pc:chgData name="Alexander Kastil" userId="25853297-1418-4fc4-96ec-22f8bc83a64b" providerId="ADAL" clId="{9EDFCDF1-22C6-47BF-BCCE-EE637B4589E0}" dt="2024-04-28T06:35:26.913" v="778" actId="2696"/>
          <pc:sldLayoutMkLst>
            <pc:docMk/>
            <pc:sldMasterMk cId="3874831218" sldId="2147483931"/>
            <pc:sldLayoutMk cId="118696584" sldId="2147483944"/>
          </pc:sldLayoutMkLst>
        </pc:sldLayoutChg>
        <pc:sldLayoutChg chg="modSp mod">
          <pc:chgData name="Alexander Kastil" userId="25853297-1418-4fc4-96ec-22f8bc83a64b" providerId="ADAL" clId="{9EDFCDF1-22C6-47BF-BCCE-EE637B4589E0}" dt="2024-04-28T05:23:36.508" v="135" actId="14100"/>
          <pc:sldLayoutMkLst>
            <pc:docMk/>
            <pc:sldMasterMk cId="3874831218" sldId="2147483931"/>
            <pc:sldLayoutMk cId="4229385930" sldId="2147483946"/>
          </pc:sldLayoutMkLst>
        </pc:sldLayoutChg>
        <pc:sldLayoutChg chg="del">
          <pc:chgData name="Alexander Kastil" userId="25853297-1418-4fc4-96ec-22f8bc83a64b" providerId="ADAL" clId="{9EDFCDF1-22C6-47BF-BCCE-EE637B4589E0}" dt="2024-05-01T06:20:24.744" v="2838" actId="2696"/>
          <pc:sldLayoutMkLst>
            <pc:docMk/>
            <pc:sldMasterMk cId="3874831218" sldId="2147483931"/>
            <pc:sldLayoutMk cId="1763256790" sldId="2147483947"/>
          </pc:sldLayoutMkLst>
        </pc:sldLayoutChg>
        <pc:sldLayoutChg chg="del">
          <pc:chgData name="Alexander Kastil" userId="25853297-1418-4fc4-96ec-22f8bc83a64b" providerId="ADAL" clId="{9EDFCDF1-22C6-47BF-BCCE-EE637B4589E0}" dt="2024-05-01T06:20:07.537" v="2837" actId="2696"/>
          <pc:sldLayoutMkLst>
            <pc:docMk/>
            <pc:sldMasterMk cId="3874831218" sldId="2147483931"/>
            <pc:sldLayoutMk cId="1562344100" sldId="2147483948"/>
          </pc:sldLayoutMkLst>
        </pc:sldLayoutChg>
      </pc:sldMasterChg>
    </pc:docChg>
  </pc:docChgLst>
  <pc:docChgLst>
    <pc:chgData name="Alexander Pajer" userId="25853297-1418-4fc4-96ec-22f8bc83a64b" providerId="ADAL" clId="{458615A8-FECF-43B1-A6D3-6D8FDC1CB90E}"/>
    <pc:docChg chg="undo redo custSel addSld delSld modSld sldOrd">
      <pc:chgData name="Alexander Pajer" userId="25853297-1418-4fc4-96ec-22f8bc83a64b" providerId="ADAL" clId="{458615A8-FECF-43B1-A6D3-6D8FDC1CB90E}" dt="2023-08-23T08:14:38.084" v="875" actId="1076"/>
      <pc:docMkLst>
        <pc:docMk/>
      </pc:docMkLst>
      <pc:sldChg chg="delSp modSp mod">
        <pc:chgData name="Alexander Pajer" userId="25853297-1418-4fc4-96ec-22f8bc83a64b" providerId="ADAL" clId="{458615A8-FECF-43B1-A6D3-6D8FDC1CB90E}" dt="2023-08-22T16:18:34.793" v="39" actId="20577"/>
        <pc:sldMkLst>
          <pc:docMk/>
          <pc:sldMk cId="1025564574" sldId="256"/>
        </pc:sldMkLst>
      </pc:sldChg>
      <pc:sldChg chg="modSp mod">
        <pc:chgData name="Alexander Pajer" userId="25853297-1418-4fc4-96ec-22f8bc83a64b" providerId="ADAL" clId="{458615A8-FECF-43B1-A6D3-6D8FDC1CB90E}" dt="2023-08-22T16:19:16.449" v="64" actId="20577"/>
        <pc:sldMkLst>
          <pc:docMk/>
          <pc:sldMk cId="1912131641" sldId="559"/>
        </pc:sldMkLst>
      </pc:sldChg>
      <pc:sldChg chg="addSp delSp modSp mod">
        <pc:chgData name="Alexander Pajer" userId="25853297-1418-4fc4-96ec-22f8bc83a64b" providerId="ADAL" clId="{458615A8-FECF-43B1-A6D3-6D8FDC1CB90E}" dt="2023-08-22T16:48:03.247" v="868" actId="20577"/>
        <pc:sldMkLst>
          <pc:docMk/>
          <pc:sldMk cId="1149192349" sldId="1954"/>
        </pc:sldMkLst>
      </pc:sldChg>
      <pc:sldChg chg="add del">
        <pc:chgData name="Alexander Pajer" userId="25853297-1418-4fc4-96ec-22f8bc83a64b" providerId="ADAL" clId="{458615A8-FECF-43B1-A6D3-6D8FDC1CB90E}" dt="2023-08-22T16:18:14.010" v="3" actId="47"/>
        <pc:sldMkLst>
          <pc:docMk/>
          <pc:sldMk cId="1929189265" sldId="1965"/>
        </pc:sldMkLst>
      </pc:sldChg>
      <pc:sldChg chg="modSp new mod ord">
        <pc:chgData name="Alexander Pajer" userId="25853297-1418-4fc4-96ec-22f8bc83a64b" providerId="ADAL" clId="{458615A8-FECF-43B1-A6D3-6D8FDC1CB90E}" dt="2023-08-22T16:26:53.298" v="430" actId="12"/>
        <pc:sldMkLst>
          <pc:docMk/>
          <pc:sldMk cId="3939882252" sldId="1965"/>
        </pc:sldMkLst>
      </pc:sldChg>
      <pc:sldChg chg="modSp new mod">
        <pc:chgData name="Alexander Pajer" userId="25853297-1418-4fc4-96ec-22f8bc83a64b" providerId="ADAL" clId="{458615A8-FECF-43B1-A6D3-6D8FDC1CB90E}" dt="2023-08-22T16:27:45.866" v="479" actId="20577"/>
        <pc:sldMkLst>
          <pc:docMk/>
          <pc:sldMk cId="38746982" sldId="1966"/>
        </pc:sldMkLst>
      </pc:sldChg>
      <pc:sldChg chg="addSp delSp modSp new mod">
        <pc:chgData name="Alexander Pajer" userId="25853297-1418-4fc4-96ec-22f8bc83a64b" providerId="ADAL" clId="{458615A8-FECF-43B1-A6D3-6D8FDC1CB90E}" dt="2023-08-22T16:29:07.257" v="488" actId="1076"/>
        <pc:sldMkLst>
          <pc:docMk/>
          <pc:sldMk cId="1942386010" sldId="1967"/>
        </pc:sldMkLst>
      </pc:sldChg>
      <pc:sldChg chg="addSp modSp new mod chgLayout">
        <pc:chgData name="Alexander Pajer" userId="25853297-1418-4fc4-96ec-22f8bc83a64b" providerId="ADAL" clId="{458615A8-FECF-43B1-A6D3-6D8FDC1CB90E}" dt="2023-08-23T08:14:38.084" v="875" actId="1076"/>
        <pc:sldMkLst>
          <pc:docMk/>
          <pc:sldMk cId="2561392820" sldId="1968"/>
        </pc:sldMkLst>
      </pc:sldChg>
      <pc:sldChg chg="addSp delSp modSp new mod">
        <pc:chgData name="Alexander Pajer" userId="25853297-1418-4fc4-96ec-22f8bc83a64b" providerId="ADAL" clId="{458615A8-FECF-43B1-A6D3-6D8FDC1CB90E}" dt="2023-08-22T16:33:21.627" v="553" actId="1076"/>
        <pc:sldMkLst>
          <pc:docMk/>
          <pc:sldMk cId="820159404" sldId="1969"/>
        </pc:sldMkLst>
      </pc:sldChg>
      <pc:sldChg chg="new del">
        <pc:chgData name="Alexander Pajer" userId="25853297-1418-4fc4-96ec-22f8bc83a64b" providerId="ADAL" clId="{458615A8-FECF-43B1-A6D3-6D8FDC1CB90E}" dt="2023-08-22T16:42:17.673" v="576" actId="47"/>
        <pc:sldMkLst>
          <pc:docMk/>
          <pc:sldMk cId="3344947022" sldId="1970"/>
        </pc:sldMkLst>
      </pc:sldChg>
      <pc:sldChg chg="delSp modSp add mod">
        <pc:chgData name="Alexander Pajer" userId="25853297-1418-4fc4-96ec-22f8bc83a64b" providerId="ADAL" clId="{458615A8-FECF-43B1-A6D3-6D8FDC1CB90E}" dt="2023-08-22T16:43:54.289" v="676" actId="20577"/>
        <pc:sldMkLst>
          <pc:docMk/>
          <pc:sldMk cId="3157729247" sldId="1971"/>
        </pc:sldMkLst>
      </pc:sldChg>
    </pc:docChg>
  </pc:docChgLst>
  <pc:docChgLst>
    <pc:chgData name="Alexander Kastil" userId="25853297-1418-4fc4-96ec-22f8bc83a64b" providerId="ADAL" clId="{B324020E-2767-F04E-BC09-A8765A537A97}"/>
    <pc:docChg chg="delSld modSld sldOrd">
      <pc:chgData name="Alexander Kastil" userId="25853297-1418-4fc4-96ec-22f8bc83a64b" providerId="ADAL" clId="{B324020E-2767-F04E-BC09-A8765A537A97}" dt="2024-04-28T20:26:03.977" v="16" actId="22"/>
      <pc:docMkLst>
        <pc:docMk/>
      </pc:docMkLst>
      <pc:sldChg chg="ord">
        <pc:chgData name="Alexander Kastil" userId="25853297-1418-4fc4-96ec-22f8bc83a64b" providerId="ADAL" clId="{B324020E-2767-F04E-BC09-A8765A537A97}" dt="2024-04-28T08:42:28.408" v="0" actId="1076"/>
        <pc:sldMkLst>
          <pc:docMk/>
          <pc:sldMk cId="1329572782" sldId="353"/>
        </pc:sldMkLst>
      </pc:sldChg>
      <pc:sldChg chg="modSp del">
        <pc:chgData name="Alexander Kastil" userId="25853297-1418-4fc4-96ec-22f8bc83a64b" providerId="ADAL" clId="{B324020E-2767-F04E-BC09-A8765A537A97}" dt="2024-04-28T08:43:17.467" v="4" actId="2696"/>
        <pc:sldMkLst>
          <pc:docMk/>
          <pc:sldMk cId="3139570228" sldId="355"/>
        </pc:sldMkLst>
      </pc:sldChg>
      <pc:sldChg chg="ord">
        <pc:chgData name="Alexander Kastil" userId="25853297-1418-4fc4-96ec-22f8bc83a64b" providerId="ADAL" clId="{B324020E-2767-F04E-BC09-A8765A537A97}" dt="2024-04-28T08:43:10.538" v="3" actId="1076"/>
        <pc:sldMkLst>
          <pc:docMk/>
          <pc:sldMk cId="3629272225" sldId="8457"/>
        </pc:sldMkLst>
      </pc:sldChg>
      <pc:sldChg chg="modSp">
        <pc:chgData name="Alexander Kastil" userId="25853297-1418-4fc4-96ec-22f8bc83a64b" providerId="ADAL" clId="{B324020E-2767-F04E-BC09-A8765A537A97}" dt="2024-04-28T20:26:03.977" v="16" actId="22"/>
        <pc:sldMkLst>
          <pc:docMk/>
          <pc:sldMk cId="2495904611" sldId="8468"/>
        </pc:sldMkLst>
      </pc:sldChg>
      <pc:sldChg chg="modSp">
        <pc:chgData name="Alexander Kastil" userId="25853297-1418-4fc4-96ec-22f8bc83a64b" providerId="ADAL" clId="{B324020E-2767-F04E-BC09-A8765A537A97}" dt="2024-04-28T08:43:42.970" v="8" actId="20577"/>
        <pc:sldMkLst>
          <pc:docMk/>
          <pc:sldMk cId="2397158577" sldId="8486"/>
        </pc:sldMkLst>
      </pc:sldChg>
    </pc:docChg>
  </pc:docChgLst>
  <pc:docChgLst>
    <pc:chgData name="Alexander Pajer" userId="25853297-1418-4fc4-96ec-22f8bc83a64b" providerId="ADAL" clId="{58F61B4D-9D1F-4C2A-A31D-09CCB96E983A}"/>
    <pc:docChg chg="undo custSel addSld delSld modSld sldOrd">
      <pc:chgData name="Alexander Pajer" userId="25853297-1418-4fc4-96ec-22f8bc83a64b" providerId="ADAL" clId="{58F61B4D-9D1F-4C2A-A31D-09CCB96E983A}" dt="2023-11-13T10:17:06.424" v="1573" actId="20577"/>
      <pc:docMkLst>
        <pc:docMk/>
      </pc:docMkLst>
      <pc:sldChg chg="modSp mod">
        <pc:chgData name="Alexander Pajer" userId="25853297-1418-4fc4-96ec-22f8bc83a64b" providerId="ADAL" clId="{58F61B4D-9D1F-4C2A-A31D-09CCB96E983A}" dt="2023-11-11T06:55:15.518" v="904" actId="122"/>
        <pc:sldMkLst>
          <pc:docMk/>
          <pc:sldMk cId="1025564574" sldId="256"/>
        </pc:sldMkLst>
      </pc:sldChg>
      <pc:sldChg chg="modSp mod">
        <pc:chgData name="Alexander Pajer" userId="25853297-1418-4fc4-96ec-22f8bc83a64b" providerId="ADAL" clId="{58F61B4D-9D1F-4C2A-A31D-09CCB96E983A}" dt="2023-11-13T09:20:36.424" v="1512" actId="20577"/>
        <pc:sldMkLst>
          <pc:docMk/>
          <pc:sldMk cId="3694117816" sldId="566"/>
        </pc:sldMkLst>
      </pc:sldChg>
      <pc:sldChg chg="modSp mod">
        <pc:chgData name="Alexander Pajer" userId="25853297-1418-4fc4-96ec-22f8bc83a64b" providerId="ADAL" clId="{58F61B4D-9D1F-4C2A-A31D-09CCB96E983A}" dt="2023-11-13T09:19:17.265" v="1511" actId="6549"/>
        <pc:sldMkLst>
          <pc:docMk/>
          <pc:sldMk cId="802514063" sldId="1936"/>
        </pc:sldMkLst>
      </pc:sldChg>
      <pc:sldChg chg="addSp delSp modSp mod">
        <pc:chgData name="Alexander Pajer" userId="25853297-1418-4fc4-96ec-22f8bc83a64b" providerId="ADAL" clId="{58F61B4D-9D1F-4C2A-A31D-09CCB96E983A}" dt="2023-11-10T19:56:58.401" v="817" actId="1076"/>
        <pc:sldMkLst>
          <pc:docMk/>
          <pc:sldMk cId="749796010" sldId="1944"/>
        </pc:sldMkLst>
      </pc:sldChg>
      <pc:sldChg chg="addSp modSp mod">
        <pc:chgData name="Alexander Pajer" userId="25853297-1418-4fc4-96ec-22f8bc83a64b" providerId="ADAL" clId="{58F61B4D-9D1F-4C2A-A31D-09CCB96E983A}" dt="2023-11-10T19:08:38.073" v="291" actId="20577"/>
        <pc:sldMkLst>
          <pc:docMk/>
          <pc:sldMk cId="1293500123" sldId="1953"/>
        </pc:sldMkLst>
      </pc:sldChg>
      <pc:sldChg chg="modSp mod">
        <pc:chgData name="Alexander Pajer" userId="25853297-1418-4fc4-96ec-22f8bc83a64b" providerId="ADAL" clId="{58F61B4D-9D1F-4C2A-A31D-09CCB96E983A}" dt="2023-11-10T19:11:54.972" v="370" actId="20577"/>
        <pc:sldMkLst>
          <pc:docMk/>
          <pc:sldMk cId="1149192349" sldId="1954"/>
        </pc:sldMkLst>
      </pc:sldChg>
      <pc:sldChg chg="delSp modSp mod">
        <pc:chgData name="Alexander Pajer" userId="25853297-1418-4fc4-96ec-22f8bc83a64b" providerId="ADAL" clId="{58F61B4D-9D1F-4C2A-A31D-09CCB96E983A}" dt="2023-11-10T20:00:18.306" v="860" actId="1076"/>
        <pc:sldMkLst>
          <pc:docMk/>
          <pc:sldMk cId="3674512815" sldId="1955"/>
        </pc:sldMkLst>
      </pc:sldChg>
      <pc:sldChg chg="addSp delSp modSp mod ord">
        <pc:chgData name="Alexander Pajer" userId="25853297-1418-4fc4-96ec-22f8bc83a64b" providerId="ADAL" clId="{58F61B4D-9D1F-4C2A-A31D-09CCB96E983A}" dt="2023-11-10T19:32:50.765" v="735" actId="20577"/>
        <pc:sldMkLst>
          <pc:docMk/>
          <pc:sldMk cId="253633209" sldId="1956"/>
        </pc:sldMkLst>
      </pc:sldChg>
      <pc:sldChg chg="modSp del mod">
        <pc:chgData name="Alexander Pajer" userId="25853297-1418-4fc4-96ec-22f8bc83a64b" providerId="ADAL" clId="{58F61B4D-9D1F-4C2A-A31D-09CCB96E983A}" dt="2023-11-10T19:10:46.167" v="318" actId="47"/>
        <pc:sldMkLst>
          <pc:docMk/>
          <pc:sldMk cId="2303504867" sldId="1957"/>
        </pc:sldMkLst>
      </pc:sldChg>
      <pc:sldChg chg="addSp delSp modSp mod ord">
        <pc:chgData name="Alexander Pajer" userId="25853297-1418-4fc4-96ec-22f8bc83a64b" providerId="ADAL" clId="{58F61B4D-9D1F-4C2A-A31D-09CCB96E983A}" dt="2023-11-10T19:30:43.249" v="654" actId="20577"/>
        <pc:sldMkLst>
          <pc:docMk/>
          <pc:sldMk cId="1719197650" sldId="1958"/>
        </pc:sldMkLst>
      </pc:sldChg>
      <pc:sldChg chg="modSp mod ord">
        <pc:chgData name="Alexander Pajer" userId="25853297-1418-4fc4-96ec-22f8bc83a64b" providerId="ADAL" clId="{58F61B4D-9D1F-4C2A-A31D-09CCB96E983A}" dt="2023-11-10T19:36:15.370" v="754" actId="108"/>
        <pc:sldMkLst>
          <pc:docMk/>
          <pc:sldMk cId="1456680750" sldId="1959"/>
        </pc:sldMkLst>
      </pc:sldChg>
      <pc:sldChg chg="modSp mod">
        <pc:chgData name="Alexander Pajer" userId="25853297-1418-4fc4-96ec-22f8bc83a64b" providerId="ADAL" clId="{58F61B4D-9D1F-4C2A-A31D-09CCB96E983A}" dt="2023-11-13T10:17:06.424" v="1573" actId="20577"/>
        <pc:sldMkLst>
          <pc:docMk/>
          <pc:sldMk cId="2302481982" sldId="1960"/>
        </pc:sldMkLst>
      </pc:sldChg>
      <pc:sldChg chg="modSp mod">
        <pc:chgData name="Alexander Pajer" userId="25853297-1418-4fc4-96ec-22f8bc83a64b" providerId="ADAL" clId="{58F61B4D-9D1F-4C2A-A31D-09CCB96E983A}" dt="2023-11-10T19:24:16.546" v="596" actId="313"/>
        <pc:sldMkLst>
          <pc:docMk/>
          <pc:sldMk cId="4015687973" sldId="1962"/>
        </pc:sldMkLst>
      </pc:sldChg>
      <pc:sldChg chg="modSp mod">
        <pc:chgData name="Alexander Pajer" userId="25853297-1418-4fc4-96ec-22f8bc83a64b" providerId="ADAL" clId="{58F61B4D-9D1F-4C2A-A31D-09CCB96E983A}" dt="2023-11-10T19:22:49.436" v="502" actId="20577"/>
        <pc:sldMkLst>
          <pc:docMk/>
          <pc:sldMk cId="168922053" sldId="1964"/>
        </pc:sldMkLst>
      </pc:sldChg>
      <pc:sldChg chg="addSp modSp mod ord">
        <pc:chgData name="Alexander Pajer" userId="25853297-1418-4fc4-96ec-22f8bc83a64b" providerId="ADAL" clId="{58F61B4D-9D1F-4C2A-A31D-09CCB96E983A}" dt="2023-11-10T19:57:47.601" v="823" actId="1076"/>
        <pc:sldMkLst>
          <pc:docMk/>
          <pc:sldMk cId="2561392820" sldId="1968"/>
        </pc:sldMkLst>
      </pc:sldChg>
      <pc:sldChg chg="modSp mod">
        <pc:chgData name="Alexander Pajer" userId="25853297-1418-4fc4-96ec-22f8bc83a64b" providerId="ADAL" clId="{58F61B4D-9D1F-4C2A-A31D-09CCB96E983A}" dt="2023-11-10T19:02:20.081" v="93" actId="20577"/>
        <pc:sldMkLst>
          <pc:docMk/>
          <pc:sldMk cId="3157729247" sldId="1971"/>
        </pc:sldMkLst>
      </pc:sldChg>
      <pc:sldChg chg="addSp delSp modSp mod">
        <pc:chgData name="Alexander Pajer" userId="25853297-1418-4fc4-96ec-22f8bc83a64b" providerId="ADAL" clId="{58F61B4D-9D1F-4C2A-A31D-09CCB96E983A}" dt="2023-11-10T18:57:17.145" v="3" actId="1076"/>
        <pc:sldMkLst>
          <pc:docMk/>
          <pc:sldMk cId="1995497280" sldId="1972"/>
        </pc:sldMkLst>
      </pc:sldChg>
      <pc:sldChg chg="addSp delSp modSp new mod chgLayout">
        <pc:chgData name="Alexander Pajer" userId="25853297-1418-4fc4-96ec-22f8bc83a64b" providerId="ADAL" clId="{58F61B4D-9D1F-4C2A-A31D-09CCB96E983A}" dt="2023-11-10T18:58:40.601" v="29" actId="20577"/>
        <pc:sldMkLst>
          <pc:docMk/>
          <pc:sldMk cId="1864947608" sldId="8450"/>
        </pc:sldMkLst>
      </pc:sldChg>
      <pc:sldChg chg="addSp delSp modSp new mod ord">
        <pc:chgData name="Alexander Pajer" userId="25853297-1418-4fc4-96ec-22f8bc83a64b" providerId="ADAL" clId="{58F61B4D-9D1F-4C2A-A31D-09CCB96E983A}" dt="2023-11-10T19:00:42.596" v="50"/>
        <pc:sldMkLst>
          <pc:docMk/>
          <pc:sldMk cId="2567322683" sldId="8451"/>
        </pc:sldMkLst>
      </pc:sldChg>
      <pc:sldChg chg="addSp delSp modSp new mod">
        <pc:chgData name="Alexander Pajer" userId="25853297-1418-4fc4-96ec-22f8bc83a64b" providerId="ADAL" clId="{58F61B4D-9D1F-4C2A-A31D-09CCB96E983A}" dt="2023-11-10T19:01:49.554" v="74" actId="1076"/>
        <pc:sldMkLst>
          <pc:docMk/>
          <pc:sldMk cId="3126891282" sldId="8452"/>
        </pc:sldMkLst>
      </pc:sldChg>
      <pc:sldChg chg="addSp delSp modSp new mod">
        <pc:chgData name="Alexander Pajer" userId="25853297-1418-4fc4-96ec-22f8bc83a64b" providerId="ADAL" clId="{58F61B4D-9D1F-4C2A-A31D-09CCB96E983A}" dt="2023-11-12T05:56:13.516" v="925" actId="1076"/>
        <pc:sldMkLst>
          <pc:docMk/>
          <pc:sldMk cId="436106185" sldId="8453"/>
        </pc:sldMkLst>
      </pc:sldChg>
      <pc:sldChg chg="addSp delSp modSp new mod">
        <pc:chgData name="Alexander Pajer" userId="25853297-1418-4fc4-96ec-22f8bc83a64b" providerId="ADAL" clId="{58F61B4D-9D1F-4C2A-A31D-09CCB96E983A}" dt="2023-11-13T09:53:35.096" v="1518" actId="20577"/>
        <pc:sldMkLst>
          <pc:docMk/>
          <pc:sldMk cId="295814618" sldId="8454"/>
        </pc:sldMkLst>
      </pc:sldChg>
      <pc:sldChg chg="addSp delSp modSp new mod">
        <pc:chgData name="Alexander Pajer" userId="25853297-1418-4fc4-96ec-22f8bc83a64b" providerId="ADAL" clId="{58F61B4D-9D1F-4C2A-A31D-09CCB96E983A}" dt="2023-11-12T06:19:10.981" v="1492" actId="11529"/>
        <pc:sldMkLst>
          <pc:docMk/>
          <pc:sldMk cId="2312433149" sldId="8455"/>
        </pc:sldMkLst>
      </pc:sldChg>
      <pc:sldChg chg="addSp modSp new mod">
        <pc:chgData name="Alexander Pajer" userId="25853297-1418-4fc4-96ec-22f8bc83a64b" providerId="ADAL" clId="{58F61B4D-9D1F-4C2A-A31D-09CCB96E983A}" dt="2023-11-12T06:01:59.196" v="1066" actId="1076"/>
        <pc:sldMkLst>
          <pc:docMk/>
          <pc:sldMk cId="403107829" sldId="8456"/>
        </pc:sldMkLst>
      </pc:sldChg>
    </pc:docChg>
  </pc:docChgLst>
  <pc:docChgLst>
    <pc:chgData name="Alexander Kastil" userId="S::alexander.kastil@integrations.at::25853297-1418-4fc4-96ec-22f8bc83a64b" providerId="AD" clId="Web-{8BFC1422-558A-FCDF-47E4-A8FC1805A2F9}"/>
    <pc:docChg chg="addSld delSld modSld sldOrd">
      <pc:chgData name="Alexander Kastil" userId="S::alexander.kastil@integrations.at::25853297-1418-4fc4-96ec-22f8bc83a64b" providerId="AD" clId="Web-{8BFC1422-558A-FCDF-47E4-A8FC1805A2F9}" dt="2025-09-14T19:04:21.699" v="17"/>
      <pc:docMkLst>
        <pc:docMk/>
      </pc:docMkLst>
      <pc:sldChg chg="del">
        <pc:chgData name="Alexander Kastil" userId="S::alexander.kastil@integrations.at::25853297-1418-4fc4-96ec-22f8bc83a64b" providerId="AD" clId="Web-{8BFC1422-558A-FCDF-47E4-A8FC1805A2F9}" dt="2025-09-14T19:02:16.289" v="0"/>
        <pc:sldMkLst>
          <pc:docMk/>
          <pc:sldMk cId="897094042" sldId="559"/>
        </pc:sldMkLst>
      </pc:sldChg>
      <pc:sldChg chg="modSp">
        <pc:chgData name="Alexander Kastil" userId="S::alexander.kastil@integrations.at::25853297-1418-4fc4-96ec-22f8bc83a64b" providerId="AD" clId="Web-{8BFC1422-558A-FCDF-47E4-A8FC1805A2F9}" dt="2025-09-14T19:03:02.853" v="8" actId="20577"/>
        <pc:sldMkLst>
          <pc:docMk/>
          <pc:sldMk cId="1263764921" sldId="8478"/>
        </pc:sldMkLst>
      </pc:sldChg>
      <pc:sldChg chg="modSp">
        <pc:chgData name="Alexander Kastil" userId="S::alexander.kastil@integrations.at::25853297-1418-4fc4-96ec-22f8bc83a64b" providerId="AD" clId="Web-{8BFC1422-558A-FCDF-47E4-A8FC1805A2F9}" dt="2025-09-14T19:03:16.446" v="15" actId="20577"/>
        <pc:sldMkLst>
          <pc:docMk/>
          <pc:sldMk cId="3266697795" sldId="2147479753"/>
        </pc:sldMkLst>
      </pc:sldChg>
      <pc:sldChg chg="new ord">
        <pc:chgData name="Alexander Kastil" userId="S::alexander.kastil@integrations.at::25853297-1418-4fc4-96ec-22f8bc83a64b" providerId="AD" clId="Web-{8BFC1422-558A-FCDF-47E4-A8FC1805A2F9}" dt="2025-09-14T19:04:21.699" v="17"/>
        <pc:sldMkLst>
          <pc:docMk/>
          <pc:sldMk cId="4162764457" sldId="2147479773"/>
        </pc:sldMkLst>
      </pc:sldChg>
    </pc:docChg>
  </pc:docChgLst>
  <pc:docChgLst>
    <pc:chgData name="Alexander Pajer" userId="25853297-1418-4fc4-96ec-22f8bc83a64b" providerId="ADAL" clId="{804FDF63-7CD1-4634-B1DE-45B5C500036C}"/>
    <pc:docChg chg="undo custSel addSld delSld modSld">
      <pc:chgData name="Alexander Pajer" userId="25853297-1418-4fc4-96ec-22f8bc83a64b" providerId="ADAL" clId="{804FDF63-7CD1-4634-B1DE-45B5C500036C}" dt="2023-10-10T13:37:11.434" v="9"/>
      <pc:docMkLst>
        <pc:docMk/>
      </pc:docMkLst>
      <pc:sldChg chg="modSp">
        <pc:chgData name="Alexander Pajer" userId="25853297-1418-4fc4-96ec-22f8bc83a64b" providerId="ADAL" clId="{804FDF63-7CD1-4634-B1DE-45B5C500036C}" dt="2023-10-10T10:11:34.801" v="3" actId="313"/>
        <pc:sldMkLst>
          <pc:docMk/>
          <pc:sldMk cId="1149192349" sldId="1954"/>
        </pc:sldMkLst>
      </pc:sldChg>
      <pc:sldChg chg="modSp">
        <pc:chgData name="Alexander Pajer" userId="25853297-1418-4fc4-96ec-22f8bc83a64b" providerId="ADAL" clId="{804FDF63-7CD1-4634-B1DE-45B5C500036C}" dt="2023-10-10T10:11:38.210" v="4" actId="313"/>
        <pc:sldMkLst>
          <pc:docMk/>
          <pc:sldMk cId="1719197650" sldId="1958"/>
        </pc:sldMkLst>
      </pc:sldChg>
      <pc:sldChg chg="modSp">
        <pc:chgData name="Alexander Pajer" userId="25853297-1418-4fc4-96ec-22f8bc83a64b" providerId="ADAL" clId="{804FDF63-7CD1-4634-B1DE-45B5C500036C}" dt="2023-10-10T10:11:21.322" v="0" actId="313"/>
        <pc:sldMkLst>
          <pc:docMk/>
          <pc:sldMk cId="4015687973" sldId="1962"/>
        </pc:sldMkLst>
      </pc:sldChg>
      <pc:sldChg chg="modSp">
        <pc:chgData name="Alexander Pajer" userId="25853297-1418-4fc4-96ec-22f8bc83a64b" providerId="ADAL" clId="{804FDF63-7CD1-4634-B1DE-45B5C500036C}" dt="2023-10-10T10:11:31.746" v="2" actId="313"/>
        <pc:sldMkLst>
          <pc:docMk/>
          <pc:sldMk cId="3988806687" sldId="1966"/>
        </pc:sldMkLst>
      </pc:sldChg>
      <pc:sldChg chg="add del">
        <pc:chgData name="Alexander Pajer" userId="25853297-1418-4fc4-96ec-22f8bc83a64b" providerId="ADAL" clId="{804FDF63-7CD1-4634-B1DE-45B5C500036C}" dt="2023-10-10T13:37:07.648" v="8" actId="2696"/>
        <pc:sldMkLst>
          <pc:docMk/>
          <pc:sldMk cId="1309540793" sldId="2020"/>
        </pc:sldMkLst>
      </pc:sldChg>
      <pc:sldChg chg="add">
        <pc:chgData name="Alexander Pajer" userId="25853297-1418-4fc4-96ec-22f8bc83a64b" providerId="ADAL" clId="{804FDF63-7CD1-4634-B1DE-45B5C500036C}" dt="2023-10-10T13:37:11.434" v="9"/>
        <pc:sldMkLst>
          <pc:docMk/>
          <pc:sldMk cId="3745641020" sldId="2020"/>
        </pc:sldMkLst>
      </pc:sldChg>
      <pc:sldChg chg="add del">
        <pc:chgData name="Alexander Pajer" userId="25853297-1418-4fc4-96ec-22f8bc83a64b" providerId="ADAL" clId="{804FDF63-7CD1-4634-B1DE-45B5C500036C}" dt="2023-10-10T13:37:07.648" v="8" actId="2696"/>
        <pc:sldMkLst>
          <pc:docMk/>
          <pc:sldMk cId="1698027428" sldId="8448"/>
        </pc:sldMkLst>
      </pc:sldChg>
      <pc:sldChg chg="add">
        <pc:chgData name="Alexander Pajer" userId="25853297-1418-4fc4-96ec-22f8bc83a64b" providerId="ADAL" clId="{804FDF63-7CD1-4634-B1DE-45B5C500036C}" dt="2023-10-10T13:37:11.434" v="9"/>
        <pc:sldMkLst>
          <pc:docMk/>
          <pc:sldMk cId="3673911944" sldId="8448"/>
        </pc:sldMkLst>
      </pc:sldChg>
      <pc:sldChg chg="add del">
        <pc:chgData name="Alexander Pajer" userId="25853297-1418-4fc4-96ec-22f8bc83a64b" providerId="ADAL" clId="{804FDF63-7CD1-4634-B1DE-45B5C500036C}" dt="2023-10-10T13:37:07.648" v="8" actId="2696"/>
        <pc:sldMkLst>
          <pc:docMk/>
          <pc:sldMk cId="1432027650" sldId="8449"/>
        </pc:sldMkLst>
      </pc:sldChg>
      <pc:sldChg chg="add">
        <pc:chgData name="Alexander Pajer" userId="25853297-1418-4fc4-96ec-22f8bc83a64b" providerId="ADAL" clId="{804FDF63-7CD1-4634-B1DE-45B5C500036C}" dt="2023-10-10T13:37:11.434" v="9"/>
        <pc:sldMkLst>
          <pc:docMk/>
          <pc:sldMk cId="2073824554" sldId="8449"/>
        </pc:sldMkLst>
      </pc:sldChg>
      <pc:sldMasterChg chg="delSldLayout">
        <pc:chgData name="Alexander Pajer" userId="25853297-1418-4fc4-96ec-22f8bc83a64b" providerId="ADAL" clId="{804FDF63-7CD1-4634-B1DE-45B5C500036C}" dt="2023-10-10T13:37:07.648" v="8" actId="2696"/>
        <pc:sldMasterMkLst>
          <pc:docMk/>
          <pc:sldMasterMk cId="3874831218" sldId="2147483931"/>
        </pc:sldMasterMkLst>
        <pc:sldLayoutChg chg="del">
          <pc:chgData name="Alexander Pajer" userId="25853297-1418-4fc4-96ec-22f8bc83a64b" providerId="ADAL" clId="{804FDF63-7CD1-4634-B1DE-45B5C500036C}" dt="2023-10-10T13:37:07.648" v="8" actId="2696"/>
          <pc:sldLayoutMkLst>
            <pc:docMk/>
            <pc:sldMasterMk cId="3874831218" sldId="2147483931"/>
            <pc:sldLayoutMk cId="368611809" sldId="2147483946"/>
          </pc:sldLayoutMkLst>
        </pc:sldLayoutChg>
      </pc:sldMasterChg>
    </pc:docChg>
  </pc:docChgLst>
  <pc:docChgLst>
    <pc:chgData name="Alexander Pajer" userId="25853297-1418-4fc4-96ec-22f8bc83a64b" providerId="ADAL" clId="{CFB4996A-B797-4392-849B-AC233C1AD45D}"/>
    <pc:docChg chg="undo custSel addSld delSld modSld sldOrd">
      <pc:chgData name="Alexander Pajer" userId="25853297-1418-4fc4-96ec-22f8bc83a64b" providerId="ADAL" clId="{CFB4996A-B797-4392-849B-AC233C1AD45D}" dt="2022-05-23T08:03:14.641" v="821" actId="20577"/>
      <pc:docMkLst>
        <pc:docMk/>
      </pc:docMkLst>
      <pc:sldChg chg="addSp delSp modSp mod">
        <pc:chgData name="Alexander Pajer" userId="25853297-1418-4fc4-96ec-22f8bc83a64b" providerId="ADAL" clId="{CFB4996A-B797-4392-849B-AC233C1AD45D}" dt="2022-05-23T06:22:57.656" v="405" actId="1076"/>
        <pc:sldMkLst>
          <pc:docMk/>
          <pc:sldMk cId="1025564574" sldId="256"/>
        </pc:sldMkLst>
      </pc:sldChg>
      <pc:sldChg chg="modSp mod">
        <pc:chgData name="Alexander Pajer" userId="25853297-1418-4fc4-96ec-22f8bc83a64b" providerId="ADAL" clId="{CFB4996A-B797-4392-849B-AC233C1AD45D}" dt="2022-05-23T06:15:49.506" v="343" actId="20577"/>
        <pc:sldMkLst>
          <pc:docMk/>
          <pc:sldMk cId="1814925833" sldId="257"/>
        </pc:sldMkLst>
      </pc:sldChg>
      <pc:sldChg chg="modSp mod">
        <pc:chgData name="Alexander Pajer" userId="25853297-1418-4fc4-96ec-22f8bc83a64b" providerId="ADAL" clId="{CFB4996A-B797-4392-849B-AC233C1AD45D}" dt="2022-05-22T20:03:30.934" v="339" actId="20577"/>
        <pc:sldMkLst>
          <pc:docMk/>
          <pc:sldMk cId="1851243006" sldId="566"/>
        </pc:sldMkLst>
      </pc:sldChg>
      <pc:sldChg chg="modSp mod">
        <pc:chgData name="Alexander Pajer" userId="25853297-1418-4fc4-96ec-22f8bc83a64b" providerId="ADAL" clId="{CFB4996A-B797-4392-849B-AC233C1AD45D}" dt="2022-05-23T06:17:18.364" v="376" actId="20577"/>
        <pc:sldMkLst>
          <pc:docMk/>
          <pc:sldMk cId="2961879718" sldId="567"/>
        </pc:sldMkLst>
      </pc:sldChg>
      <pc:sldChg chg="modSp mod">
        <pc:chgData name="Alexander Pajer" userId="25853297-1418-4fc4-96ec-22f8bc83a64b" providerId="ADAL" clId="{CFB4996A-B797-4392-849B-AC233C1AD45D}" dt="2022-05-23T06:17:49.547" v="388" actId="20577"/>
        <pc:sldMkLst>
          <pc:docMk/>
          <pc:sldMk cId="565906116" sldId="1940"/>
        </pc:sldMkLst>
      </pc:sldChg>
      <pc:sldChg chg="modSp mod">
        <pc:chgData name="Alexander Pajer" userId="25853297-1418-4fc4-96ec-22f8bc83a64b" providerId="ADAL" clId="{CFB4996A-B797-4392-849B-AC233C1AD45D}" dt="2022-05-23T06:18:23.099" v="389" actId="20577"/>
        <pc:sldMkLst>
          <pc:docMk/>
          <pc:sldMk cId="464972607" sldId="1943"/>
        </pc:sldMkLst>
      </pc:sldChg>
      <pc:sldChg chg="modSp mod">
        <pc:chgData name="Alexander Pajer" userId="25853297-1418-4fc4-96ec-22f8bc83a64b" providerId="ADAL" clId="{CFB4996A-B797-4392-849B-AC233C1AD45D}" dt="2022-05-23T06:18:42.115" v="396" actId="20577"/>
        <pc:sldMkLst>
          <pc:docMk/>
          <pc:sldMk cId="749796010" sldId="1944"/>
        </pc:sldMkLst>
      </pc:sldChg>
      <pc:sldChg chg="modSp mod">
        <pc:chgData name="Alexander Pajer" userId="25853297-1418-4fc4-96ec-22f8bc83a64b" providerId="ADAL" clId="{CFB4996A-B797-4392-849B-AC233C1AD45D}" dt="2022-05-22T19:59:35.975" v="288" actId="20577"/>
        <pc:sldMkLst>
          <pc:docMk/>
          <pc:sldMk cId="3550905746" sldId="1945"/>
        </pc:sldMkLst>
      </pc:sldChg>
      <pc:sldChg chg="modSp mod">
        <pc:chgData name="Alexander Pajer" userId="25853297-1418-4fc4-96ec-22f8bc83a64b" providerId="ADAL" clId="{CFB4996A-B797-4392-849B-AC233C1AD45D}" dt="2022-05-22T19:58:45.114" v="278" actId="5793"/>
        <pc:sldMkLst>
          <pc:docMk/>
          <pc:sldMk cId="3137501773" sldId="1946"/>
        </pc:sldMkLst>
      </pc:sldChg>
      <pc:sldChg chg="modSp mod">
        <pc:chgData name="Alexander Pajer" userId="25853297-1418-4fc4-96ec-22f8bc83a64b" providerId="ADAL" clId="{CFB4996A-B797-4392-849B-AC233C1AD45D}" dt="2022-05-23T06:19:04.746" v="397" actId="20577"/>
        <pc:sldMkLst>
          <pc:docMk/>
          <pc:sldMk cId="1293500123" sldId="1953"/>
        </pc:sldMkLst>
      </pc:sldChg>
      <pc:sldChg chg="modSp mod">
        <pc:chgData name="Alexander Pajer" userId="25853297-1418-4fc4-96ec-22f8bc83a64b" providerId="ADAL" clId="{CFB4996A-B797-4392-849B-AC233C1AD45D}" dt="2022-05-23T06:19:16.339" v="398" actId="20577"/>
        <pc:sldMkLst>
          <pc:docMk/>
          <pc:sldMk cId="253633209" sldId="1956"/>
        </pc:sldMkLst>
      </pc:sldChg>
      <pc:sldChg chg="addSp delSp modSp mod">
        <pc:chgData name="Alexander Pajer" userId="25853297-1418-4fc4-96ec-22f8bc83a64b" providerId="ADAL" clId="{CFB4996A-B797-4392-849B-AC233C1AD45D}" dt="2022-05-23T06:23:23.065" v="410" actId="1076"/>
        <pc:sldMkLst>
          <pc:docMk/>
          <pc:sldMk cId="2302481982" sldId="1960"/>
        </pc:sldMkLst>
      </pc:sldChg>
      <pc:sldChg chg="modSp add mod">
        <pc:chgData name="Alexander Pajer" userId="25853297-1418-4fc4-96ec-22f8bc83a64b" providerId="ADAL" clId="{CFB4996A-B797-4392-849B-AC233C1AD45D}" dt="2022-05-23T07:58:25.665" v="820" actId="20577"/>
        <pc:sldMkLst>
          <pc:docMk/>
          <pc:sldMk cId="714053986" sldId="1961"/>
        </pc:sldMkLst>
      </pc:sldChg>
      <pc:sldChg chg="modSp new mod ord">
        <pc:chgData name="Alexander Pajer" userId="25853297-1418-4fc4-96ec-22f8bc83a64b" providerId="ADAL" clId="{CFB4996A-B797-4392-849B-AC233C1AD45D}" dt="2022-05-23T08:03:14.641" v="821" actId="20577"/>
        <pc:sldMkLst>
          <pc:docMk/>
          <pc:sldMk cId="4015687973" sldId="1962"/>
        </pc:sldMkLst>
      </pc:sldChg>
      <pc:sldChg chg="addSp delSp modSp add mod">
        <pc:chgData name="Alexander Pajer" userId="25853297-1418-4fc4-96ec-22f8bc83a64b" providerId="ADAL" clId="{CFB4996A-B797-4392-849B-AC233C1AD45D}" dt="2022-05-23T06:41:07.542" v="700" actId="20577"/>
        <pc:sldMkLst>
          <pc:docMk/>
          <pc:sldMk cId="981537636" sldId="1963"/>
        </pc:sldMkLst>
      </pc:sldChg>
      <pc:sldChg chg="addSp delSp modSp new del mod">
        <pc:chgData name="Alexander Pajer" userId="25853297-1418-4fc4-96ec-22f8bc83a64b" providerId="ADAL" clId="{CFB4996A-B797-4392-849B-AC233C1AD45D}" dt="2022-05-23T06:36:26.140" v="633" actId="2696"/>
        <pc:sldMkLst>
          <pc:docMk/>
          <pc:sldMk cId="3848090242" sldId="1963"/>
        </pc:sldMkLst>
      </pc:sldChg>
      <pc:sldChg chg="addSp modSp new mod">
        <pc:chgData name="Alexander Pajer" userId="25853297-1418-4fc4-96ec-22f8bc83a64b" providerId="ADAL" clId="{CFB4996A-B797-4392-849B-AC233C1AD45D}" dt="2022-05-23T07:53:13.168" v="809" actId="1076"/>
        <pc:sldMkLst>
          <pc:docMk/>
          <pc:sldMk cId="168922053" sldId="1964"/>
        </pc:sldMkLst>
      </pc:sldChg>
    </pc:docChg>
  </pc:docChgLst>
  <pc:docChgLst>
    <pc:chgData name="Alexander Pajer" userId="25853297-1418-4fc4-96ec-22f8bc83a64b" providerId="ADAL" clId="{DBF547C1-C9BF-4354-AF88-A8A49E4F885F}"/>
    <pc:docChg chg="custSel modSld">
      <pc:chgData name="Alexander Pajer" userId="25853297-1418-4fc4-96ec-22f8bc83a64b" providerId="ADAL" clId="{DBF547C1-C9BF-4354-AF88-A8A49E4F885F}" dt="2023-09-27T14:52:55.800" v="19"/>
      <pc:docMkLst>
        <pc:docMk/>
      </pc:docMkLst>
      <pc:sldChg chg="addSp modSp mod modClrScheme chgLayout">
        <pc:chgData name="Alexander Pajer" userId="25853297-1418-4fc4-96ec-22f8bc83a64b" providerId="ADAL" clId="{DBF547C1-C9BF-4354-AF88-A8A49E4F885F}" dt="2023-09-27T14:48:33.966" v="5" actId="1076"/>
        <pc:sldMkLst>
          <pc:docMk/>
          <pc:sldMk cId="1025564574" sldId="256"/>
        </pc:sldMkLst>
      </pc:sldChg>
      <pc:sldChg chg="modSp">
        <pc:chgData name="Alexander Pajer" userId="25853297-1418-4fc4-96ec-22f8bc83a64b" providerId="ADAL" clId="{DBF547C1-C9BF-4354-AF88-A8A49E4F885F}" dt="2023-09-27T14:49:27.524" v="6"/>
        <pc:sldMkLst>
          <pc:docMk/>
          <pc:sldMk cId="1814925833" sldId="257"/>
        </pc:sldMkLst>
      </pc:sldChg>
      <pc:sldChg chg="modSp">
        <pc:chgData name="Alexander Pajer" userId="25853297-1418-4fc4-96ec-22f8bc83a64b" providerId="ADAL" clId="{DBF547C1-C9BF-4354-AF88-A8A49E4F885F}" dt="2023-09-27T14:49:27.524" v="6"/>
        <pc:sldMkLst>
          <pc:docMk/>
          <pc:sldMk cId="3367068962" sldId="568"/>
        </pc:sldMkLst>
      </pc:sldChg>
      <pc:sldChg chg="modSp">
        <pc:chgData name="Alexander Pajer" userId="25853297-1418-4fc4-96ec-22f8bc83a64b" providerId="ADAL" clId="{DBF547C1-C9BF-4354-AF88-A8A49E4F885F}" dt="2023-09-27T14:49:27.524" v="6"/>
        <pc:sldMkLst>
          <pc:docMk/>
          <pc:sldMk cId="2754056100" sldId="1937"/>
        </pc:sldMkLst>
      </pc:sldChg>
      <pc:sldChg chg="modSp mod">
        <pc:chgData name="Alexander Pajer" userId="25853297-1418-4fc4-96ec-22f8bc83a64b" providerId="ADAL" clId="{DBF547C1-C9BF-4354-AF88-A8A49E4F885F}" dt="2023-09-27T14:51:16.047" v="10" actId="313"/>
        <pc:sldMkLst>
          <pc:docMk/>
          <pc:sldMk cId="3137501773" sldId="1946"/>
        </pc:sldMkLst>
      </pc:sldChg>
      <pc:sldChg chg="modSp mod">
        <pc:chgData name="Alexander Pajer" userId="25853297-1418-4fc4-96ec-22f8bc83a64b" providerId="ADAL" clId="{DBF547C1-C9BF-4354-AF88-A8A49E4F885F}" dt="2023-09-27T14:50:37.726" v="9" actId="6549"/>
        <pc:sldMkLst>
          <pc:docMk/>
          <pc:sldMk cId="3611530081" sldId="1948"/>
        </pc:sldMkLst>
      </pc:sldChg>
      <pc:sldChg chg="modSp mod">
        <pc:chgData name="Alexander Pajer" userId="25853297-1418-4fc4-96ec-22f8bc83a64b" providerId="ADAL" clId="{DBF547C1-C9BF-4354-AF88-A8A49E4F885F}" dt="2023-09-27T14:52:35.247" v="16" actId="313"/>
        <pc:sldMkLst>
          <pc:docMk/>
          <pc:sldMk cId="1293500123" sldId="1953"/>
        </pc:sldMkLst>
      </pc:sldChg>
      <pc:sldChg chg="modSp mod">
        <pc:chgData name="Alexander Pajer" userId="25853297-1418-4fc4-96ec-22f8bc83a64b" providerId="ADAL" clId="{DBF547C1-C9BF-4354-AF88-A8A49E4F885F}" dt="2023-09-27T14:51:46.798" v="15" actId="20577"/>
        <pc:sldMkLst>
          <pc:docMk/>
          <pc:sldMk cId="1149192349" sldId="1954"/>
        </pc:sldMkLst>
      </pc:sldChg>
      <pc:sldChg chg="modSp mod">
        <pc:chgData name="Alexander Pajer" userId="25853297-1418-4fc4-96ec-22f8bc83a64b" providerId="ADAL" clId="{DBF547C1-C9BF-4354-AF88-A8A49E4F885F}" dt="2023-09-27T14:52:48.686" v="18" actId="313"/>
        <pc:sldMkLst>
          <pc:docMk/>
          <pc:sldMk cId="253633209" sldId="1956"/>
        </pc:sldMkLst>
      </pc:sldChg>
      <pc:sldChg chg="modSp">
        <pc:chgData name="Alexander Pajer" userId="25853297-1418-4fc4-96ec-22f8bc83a64b" providerId="ADAL" clId="{DBF547C1-C9BF-4354-AF88-A8A49E4F885F}" dt="2023-09-27T14:52:55.800" v="19"/>
        <pc:sldMkLst>
          <pc:docMk/>
          <pc:sldMk cId="2303504867" sldId="1957"/>
        </pc:sldMkLst>
      </pc:sldChg>
      <pc:sldChg chg="modSp">
        <pc:chgData name="Alexander Pajer" userId="25853297-1418-4fc4-96ec-22f8bc83a64b" providerId="ADAL" clId="{DBF547C1-C9BF-4354-AF88-A8A49E4F885F}" dt="2023-09-27T14:49:41.640" v="7"/>
        <pc:sldMkLst>
          <pc:docMk/>
          <pc:sldMk cId="820159404" sldId="1969"/>
        </pc:sldMkLst>
      </pc:sldChg>
    </pc:docChg>
  </pc:docChgLst>
  <pc:docChgLst>
    <pc:chgData name="Alexander Pajer" userId="25853297-1418-4fc4-96ec-22f8bc83a64b" providerId="ADAL" clId="{BDF18E03-FD3E-4E62-B6B8-0773E42B0B4A}"/>
    <pc:docChg chg="undo custSel addSld delSld modSld sldOrd">
      <pc:chgData name="Alexander Pajer" userId="25853297-1418-4fc4-96ec-22f8bc83a64b" providerId="ADAL" clId="{BDF18E03-FD3E-4E62-B6B8-0773E42B0B4A}" dt="2023-10-07T15:06:49.050" v="1858"/>
      <pc:docMkLst>
        <pc:docMk/>
      </pc:docMkLst>
      <pc:sldChg chg="modSp mod">
        <pc:chgData name="Alexander Pajer" userId="25853297-1418-4fc4-96ec-22f8bc83a64b" providerId="ADAL" clId="{BDF18E03-FD3E-4E62-B6B8-0773E42B0B4A}" dt="2023-10-07T15:06:37.307" v="1856" actId="6549"/>
        <pc:sldMkLst>
          <pc:docMk/>
          <pc:sldMk cId="1814925833" sldId="257"/>
        </pc:sldMkLst>
      </pc:sldChg>
      <pc:sldChg chg="add">
        <pc:chgData name="Alexander Pajer" userId="25853297-1418-4fc4-96ec-22f8bc83a64b" providerId="ADAL" clId="{BDF18E03-FD3E-4E62-B6B8-0773E42B0B4A}" dt="2023-10-07T14:48:59.024" v="1620"/>
        <pc:sldMkLst>
          <pc:docMk/>
          <pc:sldMk cId="897094042" sldId="559"/>
        </pc:sldMkLst>
      </pc:sldChg>
      <pc:sldChg chg="del">
        <pc:chgData name="Alexander Pajer" userId="25853297-1418-4fc4-96ec-22f8bc83a64b" providerId="ADAL" clId="{BDF18E03-FD3E-4E62-B6B8-0773E42B0B4A}" dt="2023-10-07T14:48:56.239" v="1619" actId="2696"/>
        <pc:sldMkLst>
          <pc:docMk/>
          <pc:sldMk cId="1912131641" sldId="559"/>
        </pc:sldMkLst>
      </pc:sldChg>
      <pc:sldChg chg="add del">
        <pc:chgData name="Alexander Pajer" userId="25853297-1418-4fc4-96ec-22f8bc83a64b" providerId="ADAL" clId="{BDF18E03-FD3E-4E62-B6B8-0773E42B0B4A}" dt="2023-10-01T13:35:00.284" v="627" actId="2696"/>
        <pc:sldMkLst>
          <pc:docMk/>
          <pc:sldMk cId="1851243006" sldId="566"/>
        </pc:sldMkLst>
      </pc:sldChg>
      <pc:sldChg chg="modSp add mod">
        <pc:chgData name="Alexander Pajer" userId="25853297-1418-4fc4-96ec-22f8bc83a64b" providerId="ADAL" clId="{BDF18E03-FD3E-4E62-B6B8-0773E42B0B4A}" dt="2023-10-02T06:18:04.303" v="1303" actId="20577"/>
        <pc:sldMkLst>
          <pc:docMk/>
          <pc:sldMk cId="3694117816" sldId="566"/>
        </pc:sldMkLst>
      </pc:sldChg>
      <pc:sldChg chg="modSp add mod">
        <pc:chgData name="Alexander Pajer" userId="25853297-1418-4fc4-96ec-22f8bc83a64b" providerId="ADAL" clId="{BDF18E03-FD3E-4E62-B6B8-0773E42B0B4A}" dt="2023-10-02T06:18:23.056" v="1306" actId="27636"/>
        <pc:sldMkLst>
          <pc:docMk/>
          <pc:sldMk cId="691890621" sldId="567"/>
        </pc:sldMkLst>
      </pc:sldChg>
      <pc:sldChg chg="del">
        <pc:chgData name="Alexander Pajer" userId="25853297-1418-4fc4-96ec-22f8bc83a64b" providerId="ADAL" clId="{BDF18E03-FD3E-4E62-B6B8-0773E42B0B4A}" dt="2023-10-01T13:35:00.284" v="627" actId="2696"/>
        <pc:sldMkLst>
          <pc:docMk/>
          <pc:sldMk cId="2961879718" sldId="567"/>
        </pc:sldMkLst>
      </pc:sldChg>
      <pc:sldChg chg="del">
        <pc:chgData name="Alexander Pajer" userId="25853297-1418-4fc4-96ec-22f8bc83a64b" providerId="ADAL" clId="{BDF18E03-FD3E-4E62-B6B8-0773E42B0B4A}" dt="2023-10-01T13:41:25.366" v="773" actId="47"/>
        <pc:sldMkLst>
          <pc:docMk/>
          <pc:sldMk cId="3367068962" sldId="568"/>
        </pc:sldMkLst>
      </pc:sldChg>
      <pc:sldChg chg="add">
        <pc:chgData name="Alexander Pajer" userId="25853297-1418-4fc4-96ec-22f8bc83a64b" providerId="ADAL" clId="{BDF18E03-FD3E-4E62-B6B8-0773E42B0B4A}" dt="2023-10-07T14:54:38.106" v="1682"/>
        <pc:sldMkLst>
          <pc:docMk/>
          <pc:sldMk cId="1969144916" sldId="601"/>
        </pc:sldMkLst>
      </pc:sldChg>
      <pc:sldChg chg="modSp add mod">
        <pc:chgData name="Alexander Pajer" userId="25853297-1418-4fc4-96ec-22f8bc83a64b" providerId="ADAL" clId="{BDF18E03-FD3E-4E62-B6B8-0773E42B0B4A}" dt="2023-10-07T15:05:16.652" v="1850" actId="20577"/>
        <pc:sldMkLst>
          <pc:docMk/>
          <pc:sldMk cId="3627038530" sldId="602"/>
        </pc:sldMkLst>
      </pc:sldChg>
      <pc:sldChg chg="modSp add mod">
        <pc:chgData name="Alexander Pajer" userId="25853297-1418-4fc4-96ec-22f8bc83a64b" providerId="ADAL" clId="{BDF18E03-FD3E-4E62-B6B8-0773E42B0B4A}" dt="2023-10-01T13:35:51.769" v="654" actId="20577"/>
        <pc:sldMkLst>
          <pc:docMk/>
          <pc:sldMk cId="802514063" sldId="1936"/>
        </pc:sldMkLst>
      </pc:sldChg>
      <pc:sldChg chg="add del">
        <pc:chgData name="Alexander Pajer" userId="25853297-1418-4fc4-96ec-22f8bc83a64b" providerId="ADAL" clId="{BDF18E03-FD3E-4E62-B6B8-0773E42B0B4A}" dt="2023-10-01T13:35:00.284" v="627" actId="2696"/>
        <pc:sldMkLst>
          <pc:docMk/>
          <pc:sldMk cId="4224760713" sldId="1936"/>
        </pc:sldMkLst>
      </pc:sldChg>
      <pc:sldChg chg="del">
        <pc:chgData name="Alexander Pajer" userId="25853297-1418-4fc4-96ec-22f8bc83a64b" providerId="ADAL" clId="{BDF18E03-FD3E-4E62-B6B8-0773E42B0B4A}" dt="2023-10-01T13:41:25.366" v="773" actId="47"/>
        <pc:sldMkLst>
          <pc:docMk/>
          <pc:sldMk cId="2754056100" sldId="1937"/>
        </pc:sldMkLst>
      </pc:sldChg>
      <pc:sldChg chg="del">
        <pc:chgData name="Alexander Pajer" userId="25853297-1418-4fc4-96ec-22f8bc83a64b" providerId="ADAL" clId="{BDF18E03-FD3E-4E62-B6B8-0773E42B0B4A}" dt="2023-10-07T14:47:35.506" v="1617" actId="47"/>
        <pc:sldMkLst>
          <pc:docMk/>
          <pc:sldMk cId="698895629" sldId="1938"/>
        </pc:sldMkLst>
      </pc:sldChg>
      <pc:sldChg chg="add">
        <pc:chgData name="Alexander Pajer" userId="25853297-1418-4fc4-96ec-22f8bc83a64b" providerId="ADAL" clId="{BDF18E03-FD3E-4E62-B6B8-0773E42B0B4A}" dt="2023-10-07T14:51:11.908" v="1636"/>
        <pc:sldMkLst>
          <pc:docMk/>
          <pc:sldMk cId="4047128442" sldId="1939"/>
        </pc:sldMkLst>
      </pc:sldChg>
      <pc:sldChg chg="delSp del mod">
        <pc:chgData name="Alexander Pajer" userId="25853297-1418-4fc4-96ec-22f8bc83a64b" providerId="ADAL" clId="{BDF18E03-FD3E-4E62-B6B8-0773E42B0B4A}" dt="2023-10-07T14:45:25.970" v="1615" actId="47"/>
        <pc:sldMkLst>
          <pc:docMk/>
          <pc:sldMk cId="565906116" sldId="1940"/>
        </pc:sldMkLst>
      </pc:sldChg>
      <pc:sldChg chg="modSp add del mod">
        <pc:chgData name="Alexander Pajer" userId="25853297-1418-4fc4-96ec-22f8bc83a64b" providerId="ADAL" clId="{BDF18E03-FD3E-4E62-B6B8-0773E42B0B4A}" dt="2023-10-02T06:02:41.325" v="970" actId="47"/>
        <pc:sldMkLst>
          <pc:docMk/>
          <pc:sldMk cId="823695434" sldId="1941"/>
        </pc:sldMkLst>
      </pc:sldChg>
      <pc:sldChg chg="del">
        <pc:chgData name="Alexander Pajer" userId="25853297-1418-4fc4-96ec-22f8bc83a64b" providerId="ADAL" clId="{BDF18E03-FD3E-4E62-B6B8-0773E42B0B4A}" dt="2023-10-02T06:02:00.414" v="967" actId="2696"/>
        <pc:sldMkLst>
          <pc:docMk/>
          <pc:sldMk cId="2216802239" sldId="1941"/>
        </pc:sldMkLst>
      </pc:sldChg>
      <pc:sldChg chg="ord">
        <pc:chgData name="Alexander Pajer" userId="25853297-1418-4fc4-96ec-22f8bc83a64b" providerId="ADAL" clId="{BDF18E03-FD3E-4E62-B6B8-0773E42B0B4A}" dt="2023-10-07T14:49:42.961" v="1624"/>
        <pc:sldMkLst>
          <pc:docMk/>
          <pc:sldMk cId="464972607" sldId="1943"/>
        </pc:sldMkLst>
      </pc:sldChg>
      <pc:sldChg chg="del">
        <pc:chgData name="Alexander Pajer" userId="25853297-1418-4fc4-96ec-22f8bc83a64b" providerId="ADAL" clId="{BDF18E03-FD3E-4E62-B6B8-0773E42B0B4A}" dt="2023-10-07T14:45:41.312" v="1616" actId="2696"/>
        <pc:sldMkLst>
          <pc:docMk/>
          <pc:sldMk cId="4129525731" sldId="1949"/>
        </pc:sldMkLst>
      </pc:sldChg>
      <pc:sldChg chg="del">
        <pc:chgData name="Alexander Pajer" userId="25853297-1418-4fc4-96ec-22f8bc83a64b" providerId="ADAL" clId="{BDF18E03-FD3E-4E62-B6B8-0773E42B0B4A}" dt="2023-10-07T14:47:35.506" v="1617" actId="47"/>
        <pc:sldMkLst>
          <pc:docMk/>
          <pc:sldMk cId="1720184257" sldId="1951"/>
        </pc:sldMkLst>
      </pc:sldChg>
      <pc:sldChg chg="modSp mod">
        <pc:chgData name="Alexander Pajer" userId="25853297-1418-4fc4-96ec-22f8bc83a64b" providerId="ADAL" clId="{BDF18E03-FD3E-4E62-B6B8-0773E42B0B4A}" dt="2023-10-01T13:46:13.005" v="903" actId="20577"/>
        <pc:sldMkLst>
          <pc:docMk/>
          <pc:sldMk cId="1149192349" sldId="1954"/>
        </pc:sldMkLst>
      </pc:sldChg>
      <pc:sldChg chg="modSp mod ord">
        <pc:chgData name="Alexander Pajer" userId="25853297-1418-4fc4-96ec-22f8bc83a64b" providerId="ADAL" clId="{BDF18E03-FD3E-4E62-B6B8-0773E42B0B4A}" dt="2023-10-01T13:45:59.774" v="885" actId="20577"/>
        <pc:sldMkLst>
          <pc:docMk/>
          <pc:sldMk cId="3674512815" sldId="1955"/>
        </pc:sldMkLst>
      </pc:sldChg>
      <pc:sldChg chg="modSp mod">
        <pc:chgData name="Alexander Pajer" userId="25853297-1418-4fc4-96ec-22f8bc83a64b" providerId="ADAL" clId="{BDF18E03-FD3E-4E62-B6B8-0773E42B0B4A}" dt="2023-10-01T07:32:58.323" v="295" actId="6549"/>
        <pc:sldMkLst>
          <pc:docMk/>
          <pc:sldMk cId="253633209" sldId="1956"/>
        </pc:sldMkLst>
      </pc:sldChg>
      <pc:sldChg chg="modSp mod">
        <pc:chgData name="Alexander Pajer" userId="25853297-1418-4fc4-96ec-22f8bc83a64b" providerId="ADAL" clId="{BDF18E03-FD3E-4E62-B6B8-0773E42B0B4A}" dt="2023-10-01T13:46:44.718" v="918" actId="6549"/>
        <pc:sldMkLst>
          <pc:docMk/>
          <pc:sldMk cId="1719197650" sldId="1958"/>
        </pc:sldMkLst>
      </pc:sldChg>
      <pc:sldChg chg="addSp delSp modSp mod">
        <pc:chgData name="Alexander Pajer" userId="25853297-1418-4fc4-96ec-22f8bc83a64b" providerId="ADAL" clId="{BDF18E03-FD3E-4E62-B6B8-0773E42B0B4A}" dt="2023-10-01T13:50:19.918" v="964" actId="20577"/>
        <pc:sldMkLst>
          <pc:docMk/>
          <pc:sldMk cId="1456680750" sldId="1959"/>
        </pc:sldMkLst>
      </pc:sldChg>
      <pc:sldChg chg="delSp modSp mod">
        <pc:chgData name="Alexander Pajer" userId="25853297-1418-4fc4-96ec-22f8bc83a64b" providerId="ADAL" clId="{BDF18E03-FD3E-4E62-B6B8-0773E42B0B4A}" dt="2023-10-01T13:43:59.078" v="845" actId="20577"/>
        <pc:sldMkLst>
          <pc:docMk/>
          <pc:sldMk cId="2302481982" sldId="1960"/>
        </pc:sldMkLst>
      </pc:sldChg>
      <pc:sldChg chg="modSp del mod">
        <pc:chgData name="Alexander Pajer" userId="25853297-1418-4fc4-96ec-22f8bc83a64b" providerId="ADAL" clId="{BDF18E03-FD3E-4E62-B6B8-0773E42B0B4A}" dt="2023-10-02T06:01:16.903" v="966" actId="47"/>
        <pc:sldMkLst>
          <pc:docMk/>
          <pc:sldMk cId="981537636" sldId="1963"/>
        </pc:sldMkLst>
      </pc:sldChg>
      <pc:sldChg chg="add">
        <pc:chgData name="Alexander Pajer" userId="25853297-1418-4fc4-96ec-22f8bc83a64b" providerId="ADAL" clId="{BDF18E03-FD3E-4E62-B6B8-0773E42B0B4A}" dt="2023-10-07T14:48:59.024" v="1620"/>
        <pc:sldMkLst>
          <pc:docMk/>
          <pc:sldMk cId="3462422587" sldId="1965"/>
        </pc:sldMkLst>
      </pc:sldChg>
      <pc:sldChg chg="del">
        <pc:chgData name="Alexander Pajer" userId="25853297-1418-4fc4-96ec-22f8bc83a64b" providerId="ADAL" clId="{BDF18E03-FD3E-4E62-B6B8-0773E42B0B4A}" dt="2023-10-07T14:48:56.239" v="1619" actId="2696"/>
        <pc:sldMkLst>
          <pc:docMk/>
          <pc:sldMk cId="3939882252" sldId="1965"/>
        </pc:sldMkLst>
      </pc:sldChg>
      <pc:sldChg chg="modSp del mod">
        <pc:chgData name="Alexander Pajer" userId="25853297-1418-4fc4-96ec-22f8bc83a64b" providerId="ADAL" clId="{BDF18E03-FD3E-4E62-B6B8-0773E42B0B4A}" dt="2023-10-07T14:48:56.239" v="1619" actId="2696"/>
        <pc:sldMkLst>
          <pc:docMk/>
          <pc:sldMk cId="38746982" sldId="1966"/>
        </pc:sldMkLst>
      </pc:sldChg>
      <pc:sldChg chg="add">
        <pc:chgData name="Alexander Pajer" userId="25853297-1418-4fc4-96ec-22f8bc83a64b" providerId="ADAL" clId="{BDF18E03-FD3E-4E62-B6B8-0773E42B0B4A}" dt="2023-10-07T14:48:59.024" v="1620"/>
        <pc:sldMkLst>
          <pc:docMk/>
          <pc:sldMk cId="3988806687" sldId="1966"/>
        </pc:sldMkLst>
      </pc:sldChg>
      <pc:sldChg chg="addSp delSp modSp mod ord chgLayout">
        <pc:chgData name="Alexander Pajer" userId="25853297-1418-4fc4-96ec-22f8bc83a64b" providerId="ADAL" clId="{BDF18E03-FD3E-4E62-B6B8-0773E42B0B4A}" dt="2023-10-01T13:30:51.734" v="360" actId="478"/>
        <pc:sldMkLst>
          <pc:docMk/>
          <pc:sldMk cId="1942386010" sldId="1967"/>
        </pc:sldMkLst>
      </pc:sldChg>
      <pc:sldChg chg="modSp mod">
        <pc:chgData name="Alexander Pajer" userId="25853297-1418-4fc4-96ec-22f8bc83a64b" providerId="ADAL" clId="{BDF18E03-FD3E-4E62-B6B8-0773E42B0B4A}" dt="2023-10-01T13:50:49.814" v="965" actId="1076"/>
        <pc:sldMkLst>
          <pc:docMk/>
          <pc:sldMk cId="2561392820" sldId="1968"/>
        </pc:sldMkLst>
      </pc:sldChg>
      <pc:sldChg chg="addSp delSp modSp mod ord chgLayout">
        <pc:chgData name="Alexander Pajer" userId="25853297-1418-4fc4-96ec-22f8bc83a64b" providerId="ADAL" clId="{BDF18E03-FD3E-4E62-B6B8-0773E42B0B4A}" dt="2023-10-01T13:34:19.174" v="624" actId="20577"/>
        <pc:sldMkLst>
          <pc:docMk/>
          <pc:sldMk cId="820159404" sldId="1969"/>
        </pc:sldMkLst>
      </pc:sldChg>
      <pc:sldChg chg="addSp delSp modSp new mod chgLayout">
        <pc:chgData name="Alexander Pajer" userId="25853297-1418-4fc4-96ec-22f8bc83a64b" providerId="ADAL" clId="{BDF18E03-FD3E-4E62-B6B8-0773E42B0B4A}" dt="2023-10-01T13:45:23.390" v="855" actId="1076"/>
        <pc:sldMkLst>
          <pc:docMk/>
          <pc:sldMk cId="1995497280" sldId="1972"/>
        </pc:sldMkLst>
      </pc:sldChg>
      <pc:sldChg chg="modSp add mod">
        <pc:chgData name="Alexander Pajer" userId="25853297-1418-4fc4-96ec-22f8bc83a64b" providerId="ADAL" clId="{BDF18E03-FD3E-4E62-B6B8-0773E42B0B4A}" dt="2023-10-01T13:19:27.212" v="308" actId="20577"/>
        <pc:sldMkLst>
          <pc:docMk/>
          <pc:sldMk cId="864259472" sldId="1973"/>
        </pc:sldMkLst>
      </pc:sldChg>
      <pc:sldChg chg="modSp add mod">
        <pc:chgData name="Alexander Pajer" userId="25853297-1418-4fc4-96ec-22f8bc83a64b" providerId="ADAL" clId="{BDF18E03-FD3E-4E62-B6B8-0773E42B0B4A}" dt="2023-10-02T06:21:06.273" v="1440" actId="21"/>
        <pc:sldMkLst>
          <pc:docMk/>
          <pc:sldMk cId="2588458721" sldId="1974"/>
        </pc:sldMkLst>
      </pc:sldChg>
      <pc:sldChg chg="new del ord">
        <pc:chgData name="Alexander Pajer" userId="25853297-1418-4fc4-96ec-22f8bc83a64b" providerId="ADAL" clId="{BDF18E03-FD3E-4E62-B6B8-0773E42B0B4A}" dt="2023-10-02T06:04:44.652" v="976" actId="2696"/>
        <pc:sldMkLst>
          <pc:docMk/>
          <pc:sldMk cId="3265391368" sldId="1974"/>
        </pc:sldMkLst>
      </pc:sldChg>
      <pc:sldChg chg="modSp new mod">
        <pc:chgData name="Alexander Pajer" userId="25853297-1418-4fc4-96ec-22f8bc83a64b" providerId="ADAL" clId="{BDF18E03-FD3E-4E62-B6B8-0773E42B0B4A}" dt="2023-10-02T06:23:29.595" v="1612" actId="2710"/>
        <pc:sldMkLst>
          <pc:docMk/>
          <pc:sldMk cId="1212166777" sldId="1975"/>
        </pc:sldMkLst>
      </pc:sldChg>
      <pc:sldChg chg="modSp add mod">
        <pc:chgData name="Alexander Pajer" userId="25853297-1418-4fc4-96ec-22f8bc83a64b" providerId="ADAL" clId="{BDF18E03-FD3E-4E62-B6B8-0773E42B0B4A}" dt="2023-10-07T14:50:48.749" v="1635"/>
        <pc:sldMkLst>
          <pc:docMk/>
          <pc:sldMk cId="860739489" sldId="1976"/>
        </pc:sldMkLst>
      </pc:sldChg>
      <pc:sldChg chg="add">
        <pc:chgData name="Alexander Pajer" userId="25853297-1418-4fc4-96ec-22f8bc83a64b" providerId="ADAL" clId="{BDF18E03-FD3E-4E62-B6B8-0773E42B0B4A}" dt="2023-10-07T15:06:49.050" v="1858"/>
        <pc:sldMkLst>
          <pc:docMk/>
          <pc:sldMk cId="1584665959" sldId="1977"/>
        </pc:sldMkLst>
      </pc:sldChg>
      <pc:sldChg chg="modSp add del mod">
        <pc:chgData name="Alexander Pajer" userId="25853297-1418-4fc4-96ec-22f8bc83a64b" providerId="ADAL" clId="{BDF18E03-FD3E-4E62-B6B8-0773E42B0B4A}" dt="2023-10-07T15:06:42.044" v="1857" actId="2696"/>
        <pc:sldMkLst>
          <pc:docMk/>
          <pc:sldMk cId="1772967581" sldId="1977"/>
        </pc:sldMkLst>
      </pc:sldChg>
      <pc:sldChg chg="addSp delSp modSp new del mod ord modClrScheme chgLayout">
        <pc:chgData name="Alexander Pajer" userId="25853297-1418-4fc4-96ec-22f8bc83a64b" providerId="ADAL" clId="{BDF18E03-FD3E-4E62-B6B8-0773E42B0B4A}" dt="2023-10-07T15:06:42.044" v="1857" actId="2696"/>
        <pc:sldMkLst>
          <pc:docMk/>
          <pc:sldMk cId="1225140945" sldId="1978"/>
        </pc:sldMkLst>
      </pc:sldChg>
      <pc:sldChg chg="add">
        <pc:chgData name="Alexander Pajer" userId="25853297-1418-4fc4-96ec-22f8bc83a64b" providerId="ADAL" clId="{BDF18E03-FD3E-4E62-B6B8-0773E42B0B4A}" dt="2023-10-07T15:06:49.050" v="1858"/>
        <pc:sldMkLst>
          <pc:docMk/>
          <pc:sldMk cId="2305342243" sldId="1978"/>
        </pc:sldMkLst>
      </pc:sldChg>
      <pc:sldChg chg="add del">
        <pc:chgData name="Alexander Pajer" userId="25853297-1418-4fc4-96ec-22f8bc83a64b" providerId="ADAL" clId="{BDF18E03-FD3E-4E62-B6B8-0773E42B0B4A}" dt="2023-10-07T14:52:25.082" v="1651" actId="47"/>
        <pc:sldMkLst>
          <pc:docMk/>
          <pc:sldMk cId="3563914228" sldId="1979"/>
        </pc:sldMkLst>
      </pc:sldChg>
      <pc:sldChg chg="add del">
        <pc:chgData name="Alexander Pajer" userId="25853297-1418-4fc4-96ec-22f8bc83a64b" providerId="ADAL" clId="{BDF18E03-FD3E-4E62-B6B8-0773E42B0B4A}" dt="2023-10-07T14:52:25.082" v="1651" actId="47"/>
        <pc:sldMkLst>
          <pc:docMk/>
          <pc:sldMk cId="3239100113" sldId="1980"/>
        </pc:sldMkLst>
      </pc:sldChg>
      <pc:sldChg chg="addSp delSp modSp add del mod modClrScheme chgLayout">
        <pc:chgData name="Alexander Pajer" userId="25853297-1418-4fc4-96ec-22f8bc83a64b" providerId="ADAL" clId="{BDF18E03-FD3E-4E62-B6B8-0773E42B0B4A}" dt="2023-10-07T15:06:42.044" v="1857" actId="2696"/>
        <pc:sldMkLst>
          <pc:docMk/>
          <pc:sldMk cId="3158826687" sldId="1981"/>
        </pc:sldMkLst>
      </pc:sldChg>
      <pc:sldChg chg="add">
        <pc:chgData name="Alexander Pajer" userId="25853297-1418-4fc4-96ec-22f8bc83a64b" providerId="ADAL" clId="{BDF18E03-FD3E-4E62-B6B8-0773E42B0B4A}" dt="2023-10-07T15:06:49.050" v="1858"/>
        <pc:sldMkLst>
          <pc:docMk/>
          <pc:sldMk cId="3471668766" sldId="1981"/>
        </pc:sldMkLst>
      </pc:sldChg>
      <pc:sldChg chg="addSp delSp modSp add del mod modClrScheme chgLayout">
        <pc:chgData name="Alexander Pajer" userId="25853297-1418-4fc4-96ec-22f8bc83a64b" providerId="ADAL" clId="{BDF18E03-FD3E-4E62-B6B8-0773E42B0B4A}" dt="2023-10-07T15:05:04.962" v="1847" actId="47"/>
        <pc:sldMkLst>
          <pc:docMk/>
          <pc:sldMk cId="1355495423" sldId="1982"/>
        </pc:sldMkLst>
      </pc:sldChg>
      <pc:sldChg chg="modSp add mod">
        <pc:chgData name="Alexander Pajer" userId="25853297-1418-4fc4-96ec-22f8bc83a64b" providerId="ADAL" clId="{BDF18E03-FD3E-4E62-B6B8-0773E42B0B4A}" dt="2023-10-07T14:54:28.141" v="1681"/>
        <pc:sldMkLst>
          <pc:docMk/>
          <pc:sldMk cId="1588933147" sldId="1983"/>
        </pc:sldMkLst>
      </pc:sldChg>
      <pc:sldChg chg="new del">
        <pc:chgData name="Alexander Pajer" userId="25853297-1418-4fc4-96ec-22f8bc83a64b" providerId="ADAL" clId="{BDF18E03-FD3E-4E62-B6B8-0773E42B0B4A}" dt="2023-10-07T15:06:10.963" v="1852" actId="47"/>
        <pc:sldMkLst>
          <pc:docMk/>
          <pc:sldMk cId="1251940461" sldId="1984"/>
        </pc:sldMkLst>
      </pc:sldChg>
      <pc:sldChg chg="new del ord">
        <pc:chgData name="Alexander Pajer" userId="25853297-1418-4fc4-96ec-22f8bc83a64b" providerId="ADAL" clId="{BDF18E03-FD3E-4E62-B6B8-0773E42B0B4A}" dt="2023-10-07T14:54:59.314" v="1684" actId="47"/>
        <pc:sldMkLst>
          <pc:docMk/>
          <pc:sldMk cId="3829051471" sldId="1984"/>
        </pc:sldMkLst>
      </pc:sldChg>
    </pc:docChg>
  </pc:docChgLst>
  <pc:docChgLst>
    <pc:chgData name="Alexander Kastil" userId="S::alexander.kastil@integrations.at::25853297-1418-4fc4-96ec-22f8bc83a64b" providerId="AD" clId="Web-{6727B8EA-67CD-47E0-A6D7-563182685789}"/>
    <pc:docChg chg="modSld">
      <pc:chgData name="Alexander Kastil" userId="S::alexander.kastil@integrations.at::25853297-1418-4fc4-96ec-22f8bc83a64b" providerId="AD" clId="Web-{6727B8EA-67CD-47E0-A6D7-563182685789}" dt="2024-04-21T10:14:57.676" v="14" actId="20577"/>
      <pc:docMkLst>
        <pc:docMk/>
      </pc:docMkLst>
      <pc:sldChg chg="modSp">
        <pc:chgData name="Alexander Kastil" userId="S::alexander.kastil@integrations.at::25853297-1418-4fc4-96ec-22f8bc83a64b" providerId="AD" clId="Web-{6727B8EA-67CD-47E0-A6D7-563182685789}" dt="2024-04-21T10:13:58.080" v="4" actId="20577"/>
        <pc:sldMkLst>
          <pc:docMk/>
          <pc:sldMk cId="1025564574" sldId="256"/>
        </pc:sldMkLst>
      </pc:sldChg>
      <pc:sldChg chg="modSp">
        <pc:chgData name="Alexander Kastil" userId="S::alexander.kastil@integrations.at::25853297-1418-4fc4-96ec-22f8bc83a64b" providerId="AD" clId="Web-{6727B8EA-67CD-47E0-A6D7-563182685789}" dt="2024-04-21T10:14:57.676" v="14" actId="20577"/>
        <pc:sldMkLst>
          <pc:docMk/>
          <pc:sldMk cId="1814925833" sldId="257"/>
        </pc:sldMkLst>
      </pc:sldChg>
    </pc:docChg>
  </pc:docChgLst>
  <pc:docChgLst>
    <pc:chgData name="Alexander Kastil" userId="25853297-1418-4fc4-96ec-22f8bc83a64b" providerId="ADAL" clId="{B17EA56F-A8B5-4954-B011-50901DE9AA44}"/>
    <pc:docChg chg="undo custSel addSld delSld modSld sldOrd">
      <pc:chgData name="Alexander Kastil" userId="25853297-1418-4fc4-96ec-22f8bc83a64b" providerId="ADAL" clId="{B17EA56F-A8B5-4954-B011-50901DE9AA44}" dt="2025-10-29T07:32:08.359" v="1798" actId="47"/>
      <pc:docMkLst>
        <pc:docMk/>
      </pc:docMkLst>
      <pc:sldChg chg="modSp add del mod">
        <pc:chgData name="Alexander Kastil" userId="25853297-1418-4fc4-96ec-22f8bc83a64b" providerId="ADAL" clId="{B17EA56F-A8B5-4954-B011-50901DE9AA44}" dt="2025-09-16T10:02:39.292" v="1220" actId="20577"/>
        <pc:sldMkLst>
          <pc:docMk/>
          <pc:sldMk cId="1814925833" sldId="257"/>
        </pc:sldMkLst>
      </pc:sldChg>
      <pc:sldChg chg="add del">
        <pc:chgData name="Alexander Kastil" userId="25853297-1418-4fc4-96ec-22f8bc83a64b" providerId="ADAL" clId="{B17EA56F-A8B5-4954-B011-50901DE9AA44}" dt="2025-09-14T19:04:46.928" v="782"/>
        <pc:sldMkLst>
          <pc:docMk/>
          <pc:sldMk cId="3482683729" sldId="257"/>
        </pc:sldMkLst>
      </pc:sldChg>
      <pc:sldChg chg="modSp add mod modNotes">
        <pc:chgData name="Alexander Kastil" userId="25853297-1418-4fc4-96ec-22f8bc83a64b" providerId="ADAL" clId="{B17EA56F-A8B5-4954-B011-50901DE9AA44}" dt="2025-10-05T09:08:39.958" v="1769"/>
        <pc:sldMkLst>
          <pc:docMk/>
          <pc:sldMk cId="2040131780" sldId="283"/>
        </pc:sldMkLst>
        <pc:spChg chg="mod">
          <ac:chgData name="Alexander Kastil" userId="25853297-1418-4fc4-96ec-22f8bc83a64b" providerId="ADAL" clId="{B17EA56F-A8B5-4954-B011-50901DE9AA44}" dt="2025-10-03T10:29:56.877" v="1566" actId="27636"/>
          <ac:spMkLst>
            <pc:docMk/>
            <pc:sldMk cId="2040131780" sldId="283"/>
            <ac:spMk id="2" creationId="{72726C8C-C95A-9E33-E8AC-8E7BAF83C46B}"/>
          </ac:spMkLst>
        </pc:spChg>
      </pc:sldChg>
      <pc:sldChg chg="add del">
        <pc:chgData name="Alexander Kastil" userId="25853297-1418-4fc4-96ec-22f8bc83a64b" providerId="ADAL" clId="{B17EA56F-A8B5-4954-B011-50901DE9AA44}" dt="2025-09-14T19:04:55.753" v="784" actId="2696"/>
        <pc:sldMkLst>
          <pc:docMk/>
          <pc:sldMk cId="1329572782" sldId="353"/>
        </pc:sldMkLst>
      </pc:sldChg>
      <pc:sldChg chg="add del">
        <pc:chgData name="Alexander Kastil" userId="25853297-1418-4fc4-96ec-22f8bc83a64b" providerId="ADAL" clId="{B17EA56F-A8B5-4954-B011-50901DE9AA44}" dt="2025-10-03T17:54:26.552" v="1702" actId="47"/>
        <pc:sldMkLst>
          <pc:docMk/>
          <pc:sldMk cId="2130039786" sldId="353"/>
        </pc:sldMkLst>
      </pc:sldChg>
      <pc:sldChg chg="add del">
        <pc:chgData name="Alexander Kastil" userId="25853297-1418-4fc4-96ec-22f8bc83a64b" providerId="ADAL" clId="{B17EA56F-A8B5-4954-B011-50901DE9AA44}" dt="2025-09-14T19:04:46.928" v="782"/>
        <pc:sldMkLst>
          <pc:docMk/>
          <pc:sldMk cId="3484996754" sldId="353"/>
        </pc:sldMkLst>
      </pc:sldChg>
      <pc:sldChg chg="addSp delSp modSp add mod">
        <pc:chgData name="Alexander Kastil" userId="25853297-1418-4fc4-96ec-22f8bc83a64b" providerId="ADAL" clId="{B17EA56F-A8B5-4954-B011-50901DE9AA44}" dt="2025-09-16T10:15:41.022" v="1279" actId="14"/>
        <pc:sldMkLst>
          <pc:docMk/>
          <pc:sldMk cId="2151545093" sldId="354"/>
        </pc:sldMkLst>
      </pc:sldChg>
      <pc:sldChg chg="add del">
        <pc:chgData name="Alexander Kastil" userId="25853297-1418-4fc4-96ec-22f8bc83a64b" providerId="ADAL" clId="{B17EA56F-A8B5-4954-B011-50901DE9AA44}" dt="2025-09-14T19:04:46.928" v="782"/>
        <pc:sldMkLst>
          <pc:docMk/>
          <pc:sldMk cId="3372032884" sldId="354"/>
        </pc:sldMkLst>
      </pc:sldChg>
      <pc:sldChg chg="add del">
        <pc:chgData name="Alexander Kastil" userId="25853297-1418-4fc4-96ec-22f8bc83a64b" providerId="ADAL" clId="{B17EA56F-A8B5-4954-B011-50901DE9AA44}" dt="2025-09-14T19:04:55.753" v="784" actId="2696"/>
        <pc:sldMkLst>
          <pc:docMk/>
          <pc:sldMk cId="3714499011" sldId="354"/>
        </pc:sldMkLst>
      </pc:sldChg>
      <pc:sldChg chg="modSp mod">
        <pc:chgData name="Alexander Kastil" userId="25853297-1418-4fc4-96ec-22f8bc83a64b" providerId="ADAL" clId="{B17EA56F-A8B5-4954-B011-50901DE9AA44}" dt="2025-09-14T18:25:36.828" v="403"/>
        <pc:sldMkLst>
          <pc:docMk/>
          <pc:sldMk cId="897094042" sldId="559"/>
        </pc:sldMkLst>
      </pc:sldChg>
      <pc:sldChg chg="modSp del mod chgLayout">
        <pc:chgData name="Alexander Kastil" userId="25853297-1418-4fc4-96ec-22f8bc83a64b" providerId="ADAL" clId="{B17EA56F-A8B5-4954-B011-50901DE9AA44}" dt="2025-09-14T18:35:22.847" v="436" actId="47"/>
        <pc:sldMkLst>
          <pc:docMk/>
          <pc:sldMk cId="224013511" sldId="1720"/>
        </pc:sldMkLst>
      </pc:sldChg>
      <pc:sldChg chg="modSp mod ord">
        <pc:chgData name="Alexander Kastil" userId="25853297-1418-4fc4-96ec-22f8bc83a64b" providerId="ADAL" clId="{B17EA56F-A8B5-4954-B011-50901DE9AA44}" dt="2025-09-14T18:31:07.641" v="427" actId="20577"/>
        <pc:sldMkLst>
          <pc:docMk/>
          <pc:sldMk cId="2674073567" sldId="1750"/>
        </pc:sldMkLst>
      </pc:sldChg>
      <pc:sldChg chg="add del">
        <pc:chgData name="Alexander Kastil" userId="25853297-1418-4fc4-96ec-22f8bc83a64b" providerId="ADAL" clId="{B17EA56F-A8B5-4954-B011-50901DE9AA44}" dt="2025-09-14T18:39:57.799" v="467" actId="2696"/>
        <pc:sldMkLst>
          <pc:docMk/>
          <pc:sldMk cId="864259472" sldId="1973"/>
        </pc:sldMkLst>
      </pc:sldChg>
      <pc:sldChg chg="add del">
        <pc:chgData name="Alexander Kastil" userId="25853297-1418-4fc4-96ec-22f8bc83a64b" providerId="ADAL" clId="{B17EA56F-A8B5-4954-B011-50901DE9AA44}" dt="2025-09-14T18:40:05.797" v="469" actId="2696"/>
        <pc:sldMkLst>
          <pc:docMk/>
          <pc:sldMk cId="1949772439" sldId="1973"/>
        </pc:sldMkLst>
      </pc:sldChg>
      <pc:sldChg chg="modSp add mod">
        <pc:chgData name="Alexander Kastil" userId="25853297-1418-4fc4-96ec-22f8bc83a64b" providerId="ADAL" clId="{B17EA56F-A8B5-4954-B011-50901DE9AA44}" dt="2025-09-14T18:58:02.050" v="706" actId="6549"/>
        <pc:sldMkLst>
          <pc:docMk/>
          <pc:sldMk cId="2056561061" sldId="1973"/>
        </pc:sldMkLst>
      </pc:sldChg>
      <pc:sldChg chg="add del">
        <pc:chgData name="Alexander Kastil" userId="25853297-1418-4fc4-96ec-22f8bc83a64b" providerId="ADAL" clId="{B17EA56F-A8B5-4954-B011-50901DE9AA44}" dt="2025-09-14T18:57:50.941" v="704" actId="2696"/>
        <pc:sldMkLst>
          <pc:docMk/>
          <pc:sldMk cId="2325416161" sldId="1973"/>
        </pc:sldMkLst>
      </pc:sldChg>
      <pc:sldChg chg="modSp add mod">
        <pc:chgData name="Alexander Kastil" userId="25853297-1418-4fc4-96ec-22f8bc83a64b" providerId="ADAL" clId="{B17EA56F-A8B5-4954-B011-50901DE9AA44}" dt="2025-09-14T19:05:45.287" v="817" actId="1076"/>
        <pc:sldMkLst>
          <pc:docMk/>
          <pc:sldMk cId="1872865422" sldId="2020"/>
        </pc:sldMkLst>
      </pc:sldChg>
      <pc:sldChg chg="add del">
        <pc:chgData name="Alexander Kastil" userId="25853297-1418-4fc4-96ec-22f8bc83a64b" providerId="ADAL" clId="{B17EA56F-A8B5-4954-B011-50901DE9AA44}" dt="2025-09-14T19:04:46.928" v="782"/>
        <pc:sldMkLst>
          <pc:docMk/>
          <pc:sldMk cId="2384161933" sldId="2020"/>
        </pc:sldMkLst>
      </pc:sldChg>
      <pc:sldChg chg="modSp add del mod">
        <pc:chgData name="Alexander Kastil" userId="25853297-1418-4fc4-96ec-22f8bc83a64b" providerId="ADAL" clId="{B17EA56F-A8B5-4954-B011-50901DE9AA44}" dt="2025-09-14T19:04:55.753" v="784" actId="2696"/>
        <pc:sldMkLst>
          <pc:docMk/>
          <pc:sldMk cId="3745641020" sldId="2020"/>
        </pc:sldMkLst>
      </pc:sldChg>
      <pc:sldChg chg="add del">
        <pc:chgData name="Alexander Kastil" userId="25853297-1418-4fc4-96ec-22f8bc83a64b" providerId="ADAL" clId="{B17EA56F-A8B5-4954-B011-50901DE9AA44}" dt="2025-09-14T19:04:46.928" v="782"/>
        <pc:sldMkLst>
          <pc:docMk/>
          <pc:sldMk cId="712951995" sldId="8457"/>
        </pc:sldMkLst>
      </pc:sldChg>
      <pc:sldChg chg="add del">
        <pc:chgData name="Alexander Kastil" userId="25853297-1418-4fc4-96ec-22f8bc83a64b" providerId="ADAL" clId="{B17EA56F-A8B5-4954-B011-50901DE9AA44}" dt="2025-09-14T19:04:55.753" v="784" actId="2696"/>
        <pc:sldMkLst>
          <pc:docMk/>
          <pc:sldMk cId="3629272225" sldId="8457"/>
        </pc:sldMkLst>
      </pc:sldChg>
      <pc:sldChg chg="addSp delSp modSp add mod">
        <pc:chgData name="Alexander Kastil" userId="25853297-1418-4fc4-96ec-22f8bc83a64b" providerId="ADAL" clId="{B17EA56F-A8B5-4954-B011-50901DE9AA44}" dt="2025-09-16T10:10:42.781" v="1248" actId="1076"/>
        <pc:sldMkLst>
          <pc:docMk/>
          <pc:sldMk cId="4171712916" sldId="8457"/>
        </pc:sldMkLst>
      </pc:sldChg>
      <pc:sldChg chg="addSp delSp modSp add mod ord">
        <pc:chgData name="Alexander Kastil" userId="25853297-1418-4fc4-96ec-22f8bc83a64b" providerId="ADAL" clId="{B17EA56F-A8B5-4954-B011-50901DE9AA44}" dt="2025-09-16T10:13:04.190" v="1250"/>
        <pc:sldMkLst>
          <pc:docMk/>
          <pc:sldMk cId="308313566" sldId="8458"/>
        </pc:sldMkLst>
      </pc:sldChg>
      <pc:sldChg chg="add del">
        <pc:chgData name="Alexander Kastil" userId="25853297-1418-4fc4-96ec-22f8bc83a64b" providerId="ADAL" clId="{B17EA56F-A8B5-4954-B011-50901DE9AA44}" dt="2025-09-14T19:04:46.928" v="782"/>
        <pc:sldMkLst>
          <pc:docMk/>
          <pc:sldMk cId="1114144549" sldId="8458"/>
        </pc:sldMkLst>
      </pc:sldChg>
      <pc:sldChg chg="add del">
        <pc:chgData name="Alexander Kastil" userId="25853297-1418-4fc4-96ec-22f8bc83a64b" providerId="ADAL" clId="{B17EA56F-A8B5-4954-B011-50901DE9AA44}" dt="2025-09-14T19:04:55.753" v="784" actId="2696"/>
        <pc:sldMkLst>
          <pc:docMk/>
          <pc:sldMk cId="3233280524" sldId="8458"/>
        </pc:sldMkLst>
      </pc:sldChg>
      <pc:sldChg chg="add">
        <pc:chgData name="Alexander Kastil" userId="25853297-1418-4fc4-96ec-22f8bc83a64b" providerId="ADAL" clId="{B17EA56F-A8B5-4954-B011-50901DE9AA44}" dt="2025-09-14T18:25:50.048" v="404"/>
        <pc:sldMkLst>
          <pc:docMk/>
          <pc:sldMk cId="3188967036" sldId="8463"/>
        </pc:sldMkLst>
      </pc:sldChg>
      <pc:sldChg chg="ord">
        <pc:chgData name="Alexander Kastil" userId="25853297-1418-4fc4-96ec-22f8bc83a64b" providerId="ADAL" clId="{B17EA56F-A8B5-4954-B011-50901DE9AA44}" dt="2025-09-14T18:29:33.795" v="413"/>
        <pc:sldMkLst>
          <pc:docMk/>
          <pc:sldMk cId="1661570778" sldId="8465"/>
        </pc:sldMkLst>
      </pc:sldChg>
      <pc:sldChg chg="del">
        <pc:chgData name="Alexander Kastil" userId="25853297-1418-4fc4-96ec-22f8bc83a64b" providerId="ADAL" clId="{B17EA56F-A8B5-4954-B011-50901DE9AA44}" dt="2025-09-14T18:29:00.560" v="408" actId="47"/>
        <pc:sldMkLst>
          <pc:docMk/>
          <pc:sldMk cId="3526829860" sldId="8466"/>
        </pc:sldMkLst>
      </pc:sldChg>
      <pc:sldChg chg="del">
        <pc:chgData name="Alexander Kastil" userId="25853297-1418-4fc4-96ec-22f8bc83a64b" providerId="ADAL" clId="{B17EA56F-A8B5-4954-B011-50901DE9AA44}" dt="2025-10-06T11:18:21.912" v="1784" actId="47"/>
        <pc:sldMkLst>
          <pc:docMk/>
          <pc:sldMk cId="759204927" sldId="8468"/>
        </pc:sldMkLst>
      </pc:sldChg>
      <pc:sldChg chg="addSp delSp modSp add mod modClrScheme chgLayout">
        <pc:chgData name="Alexander Kastil" userId="25853297-1418-4fc4-96ec-22f8bc83a64b" providerId="ADAL" clId="{B17EA56F-A8B5-4954-B011-50901DE9AA44}" dt="2025-10-03T17:54:11.343" v="1701" actId="1076"/>
        <pc:sldMkLst>
          <pc:docMk/>
          <pc:sldMk cId="1283039713" sldId="8473"/>
        </pc:sldMkLst>
        <pc:spChg chg="mod ord">
          <ac:chgData name="Alexander Kastil" userId="25853297-1418-4fc4-96ec-22f8bc83a64b" providerId="ADAL" clId="{B17EA56F-A8B5-4954-B011-50901DE9AA44}" dt="2025-10-03T17:52:39.430" v="1698" actId="27636"/>
          <ac:spMkLst>
            <pc:docMk/>
            <pc:sldMk cId="1283039713" sldId="8473"/>
            <ac:spMk id="2" creationId="{2CB40F11-4ED0-6F17-0F83-CA9D264DF2B6}"/>
          </ac:spMkLst>
        </pc:spChg>
        <pc:spChg chg="mod ord">
          <ac:chgData name="Alexander Kastil" userId="25853297-1418-4fc4-96ec-22f8bc83a64b" providerId="ADAL" clId="{B17EA56F-A8B5-4954-B011-50901DE9AA44}" dt="2025-10-03T17:52:39.420" v="1697" actId="700"/>
          <ac:spMkLst>
            <pc:docMk/>
            <pc:sldMk cId="1283039713" sldId="8473"/>
            <ac:spMk id="3" creationId="{C2AD7FD0-768F-149F-8DB5-817F4E4E5148}"/>
          </ac:spMkLst>
        </pc:spChg>
        <pc:picChg chg="add mod">
          <ac:chgData name="Alexander Kastil" userId="25853297-1418-4fc4-96ec-22f8bc83a64b" providerId="ADAL" clId="{B17EA56F-A8B5-4954-B011-50901DE9AA44}" dt="2025-10-03T17:54:11.343" v="1701" actId="1076"/>
          <ac:picMkLst>
            <pc:docMk/>
            <pc:sldMk cId="1283039713" sldId="8473"/>
            <ac:picMk id="3074" creationId="{C4AE9250-6B44-8077-067A-9F01EE691A89}"/>
          </ac:picMkLst>
        </pc:picChg>
      </pc:sldChg>
      <pc:sldChg chg="add del">
        <pc:chgData name="Alexander Kastil" userId="25853297-1418-4fc4-96ec-22f8bc83a64b" providerId="ADAL" clId="{B17EA56F-A8B5-4954-B011-50901DE9AA44}" dt="2025-09-14T19:04:55.753" v="784" actId="2696"/>
        <pc:sldMkLst>
          <pc:docMk/>
          <pc:sldMk cId="3678169884" sldId="8473"/>
        </pc:sldMkLst>
      </pc:sldChg>
      <pc:sldChg chg="add del">
        <pc:chgData name="Alexander Kastil" userId="25853297-1418-4fc4-96ec-22f8bc83a64b" providerId="ADAL" clId="{B17EA56F-A8B5-4954-B011-50901DE9AA44}" dt="2025-09-14T19:04:46.928" v="782"/>
        <pc:sldMkLst>
          <pc:docMk/>
          <pc:sldMk cId="3732283386" sldId="8473"/>
        </pc:sldMkLst>
      </pc:sldChg>
      <pc:sldChg chg="modSp mod">
        <pc:chgData name="Alexander Kastil" userId="25853297-1418-4fc4-96ec-22f8bc83a64b" providerId="ADAL" clId="{B17EA56F-A8B5-4954-B011-50901DE9AA44}" dt="2025-09-14T18:44:48.481" v="490" actId="20577"/>
        <pc:sldMkLst>
          <pc:docMk/>
          <pc:sldMk cId="1263764921" sldId="8478"/>
        </pc:sldMkLst>
      </pc:sldChg>
      <pc:sldChg chg="del">
        <pc:chgData name="Alexander Kastil" userId="25853297-1418-4fc4-96ec-22f8bc83a64b" providerId="ADAL" clId="{B17EA56F-A8B5-4954-B011-50901DE9AA44}" dt="2025-09-14T18:37:32.993" v="443" actId="47"/>
        <pc:sldMkLst>
          <pc:docMk/>
          <pc:sldMk cId="827708876" sldId="8479"/>
        </pc:sldMkLst>
      </pc:sldChg>
      <pc:sldChg chg="del">
        <pc:chgData name="Alexander Kastil" userId="25853297-1418-4fc4-96ec-22f8bc83a64b" providerId="ADAL" clId="{B17EA56F-A8B5-4954-B011-50901DE9AA44}" dt="2025-09-14T18:37:32.993" v="443" actId="47"/>
        <pc:sldMkLst>
          <pc:docMk/>
          <pc:sldMk cId="3579897819" sldId="8481"/>
        </pc:sldMkLst>
      </pc:sldChg>
      <pc:sldChg chg="del">
        <pc:chgData name="Alexander Kastil" userId="25853297-1418-4fc4-96ec-22f8bc83a64b" providerId="ADAL" clId="{B17EA56F-A8B5-4954-B011-50901DE9AA44}" dt="2025-09-14T18:37:32.993" v="443" actId="47"/>
        <pc:sldMkLst>
          <pc:docMk/>
          <pc:sldMk cId="2387333562" sldId="8482"/>
        </pc:sldMkLst>
      </pc:sldChg>
      <pc:sldChg chg="add">
        <pc:chgData name="Alexander Kastil" userId="25853297-1418-4fc4-96ec-22f8bc83a64b" providerId="ADAL" clId="{B17EA56F-A8B5-4954-B011-50901DE9AA44}" dt="2025-09-14T18:38:23.181" v="447"/>
        <pc:sldMkLst>
          <pc:docMk/>
          <pc:sldMk cId="1011042757" sldId="8484"/>
        </pc:sldMkLst>
      </pc:sldChg>
      <pc:sldChg chg="del">
        <pc:chgData name="Alexander Kastil" userId="25853297-1418-4fc4-96ec-22f8bc83a64b" providerId="ADAL" clId="{B17EA56F-A8B5-4954-B011-50901DE9AA44}" dt="2025-09-14T18:38:11.039" v="444" actId="2696"/>
        <pc:sldMkLst>
          <pc:docMk/>
          <pc:sldMk cId="4179185169" sldId="8484"/>
        </pc:sldMkLst>
      </pc:sldChg>
      <pc:sldChg chg="del ord">
        <pc:chgData name="Alexander Kastil" userId="25853297-1418-4fc4-96ec-22f8bc83a64b" providerId="ADAL" clId="{B17EA56F-A8B5-4954-B011-50901DE9AA44}" dt="2025-09-14T18:30:36.223" v="419" actId="47"/>
        <pc:sldMkLst>
          <pc:docMk/>
          <pc:sldMk cId="2907730902" sldId="8485"/>
        </pc:sldMkLst>
      </pc:sldChg>
      <pc:sldChg chg="del">
        <pc:chgData name="Alexander Kastil" userId="25853297-1418-4fc4-96ec-22f8bc83a64b" providerId="ADAL" clId="{B17EA56F-A8B5-4954-B011-50901DE9AA44}" dt="2025-09-14T18:29:42.632" v="414" actId="47"/>
        <pc:sldMkLst>
          <pc:docMk/>
          <pc:sldMk cId="2397158577" sldId="8486"/>
        </pc:sldMkLst>
      </pc:sldChg>
      <pc:sldChg chg="add del">
        <pc:chgData name="Alexander Kastil" userId="25853297-1418-4fc4-96ec-22f8bc83a64b" providerId="ADAL" clId="{B17EA56F-A8B5-4954-B011-50901DE9AA44}" dt="2025-09-14T18:38:15.727" v="445" actId="47"/>
        <pc:sldMkLst>
          <pc:docMk/>
          <pc:sldMk cId="3193633598" sldId="8490"/>
        </pc:sldMkLst>
      </pc:sldChg>
      <pc:sldChg chg="del">
        <pc:chgData name="Alexander Kastil" userId="25853297-1418-4fc4-96ec-22f8bc83a64b" providerId="ADAL" clId="{B17EA56F-A8B5-4954-B011-50901DE9AA44}" dt="2025-09-14T18:37:32.993" v="443" actId="47"/>
        <pc:sldMkLst>
          <pc:docMk/>
          <pc:sldMk cId="2340016405" sldId="8492"/>
        </pc:sldMkLst>
      </pc:sldChg>
      <pc:sldChg chg="del">
        <pc:chgData name="Alexander Kastil" userId="25853297-1418-4fc4-96ec-22f8bc83a64b" providerId="ADAL" clId="{B17EA56F-A8B5-4954-B011-50901DE9AA44}" dt="2025-09-14T18:37:32.993" v="443" actId="47"/>
        <pc:sldMkLst>
          <pc:docMk/>
          <pc:sldMk cId="2433222350" sldId="8493"/>
        </pc:sldMkLst>
      </pc:sldChg>
      <pc:sldChg chg="del">
        <pc:chgData name="Alexander Kastil" userId="25853297-1418-4fc4-96ec-22f8bc83a64b" providerId="ADAL" clId="{B17EA56F-A8B5-4954-B011-50901DE9AA44}" dt="2025-09-14T18:37:32.993" v="443" actId="47"/>
        <pc:sldMkLst>
          <pc:docMk/>
          <pc:sldMk cId="1088766581" sldId="8494"/>
        </pc:sldMkLst>
      </pc:sldChg>
      <pc:sldChg chg="add del">
        <pc:chgData name="Alexander Kastil" userId="25853297-1418-4fc4-96ec-22f8bc83a64b" providerId="ADAL" clId="{B17EA56F-A8B5-4954-B011-50901DE9AA44}" dt="2025-09-14T18:40:05.797" v="469" actId="2696"/>
        <pc:sldMkLst>
          <pc:docMk/>
          <pc:sldMk cId="1729263003" sldId="8495"/>
        </pc:sldMkLst>
      </pc:sldChg>
      <pc:sldChg chg="add del">
        <pc:chgData name="Alexander Kastil" userId="25853297-1418-4fc4-96ec-22f8bc83a64b" providerId="ADAL" clId="{B17EA56F-A8B5-4954-B011-50901DE9AA44}" dt="2025-09-14T18:57:50.941" v="704" actId="2696"/>
        <pc:sldMkLst>
          <pc:docMk/>
          <pc:sldMk cId="2244695550" sldId="8495"/>
        </pc:sldMkLst>
      </pc:sldChg>
      <pc:sldChg chg="add">
        <pc:chgData name="Alexander Kastil" userId="25853297-1418-4fc4-96ec-22f8bc83a64b" providerId="ADAL" clId="{B17EA56F-A8B5-4954-B011-50901DE9AA44}" dt="2025-09-14T18:57:55.973" v="705"/>
        <pc:sldMkLst>
          <pc:docMk/>
          <pc:sldMk cId="3162110246" sldId="8495"/>
        </pc:sldMkLst>
      </pc:sldChg>
      <pc:sldChg chg="addSp delSp modSp del mod">
        <pc:chgData name="Alexander Kastil" userId="25853297-1418-4fc4-96ec-22f8bc83a64b" providerId="ADAL" clId="{B17EA56F-A8B5-4954-B011-50901DE9AA44}" dt="2025-09-14T18:39:57.799" v="467" actId="2696"/>
        <pc:sldMkLst>
          <pc:docMk/>
          <pc:sldMk cId="3875340337" sldId="8495"/>
        </pc:sldMkLst>
      </pc:sldChg>
      <pc:sldChg chg="del">
        <pc:chgData name="Alexander Kastil" userId="25853297-1418-4fc4-96ec-22f8bc83a64b" providerId="ADAL" clId="{B17EA56F-A8B5-4954-B011-50901DE9AA44}" dt="2025-09-14T07:51:14.864" v="275" actId="47"/>
        <pc:sldMkLst>
          <pc:docMk/>
          <pc:sldMk cId="4185999800" sldId="8496"/>
        </pc:sldMkLst>
      </pc:sldChg>
      <pc:sldChg chg="del">
        <pc:chgData name="Alexander Kastil" userId="25853297-1418-4fc4-96ec-22f8bc83a64b" providerId="ADAL" clId="{B17EA56F-A8B5-4954-B011-50901DE9AA44}" dt="2025-09-14T18:37:32.993" v="443" actId="47"/>
        <pc:sldMkLst>
          <pc:docMk/>
          <pc:sldMk cId="2275573862" sldId="8498"/>
        </pc:sldMkLst>
      </pc:sldChg>
      <pc:sldChg chg="add del">
        <pc:chgData name="Alexander Kastil" userId="25853297-1418-4fc4-96ec-22f8bc83a64b" providerId="ADAL" clId="{B17EA56F-A8B5-4954-B011-50901DE9AA44}" dt="2025-09-14T18:57:50.941" v="704" actId="2696"/>
        <pc:sldMkLst>
          <pc:docMk/>
          <pc:sldMk cId="198996962" sldId="8499"/>
        </pc:sldMkLst>
      </pc:sldChg>
      <pc:sldChg chg="add del">
        <pc:chgData name="Alexander Kastil" userId="25853297-1418-4fc4-96ec-22f8bc83a64b" providerId="ADAL" clId="{B17EA56F-A8B5-4954-B011-50901DE9AA44}" dt="2025-09-14T18:40:05.797" v="469" actId="2696"/>
        <pc:sldMkLst>
          <pc:docMk/>
          <pc:sldMk cId="584078765" sldId="8499"/>
        </pc:sldMkLst>
      </pc:sldChg>
      <pc:sldChg chg="add">
        <pc:chgData name="Alexander Kastil" userId="25853297-1418-4fc4-96ec-22f8bc83a64b" providerId="ADAL" clId="{B17EA56F-A8B5-4954-B011-50901DE9AA44}" dt="2025-09-14T18:57:55.973" v="705"/>
        <pc:sldMkLst>
          <pc:docMk/>
          <pc:sldMk cId="2310716938" sldId="8499"/>
        </pc:sldMkLst>
      </pc:sldChg>
      <pc:sldChg chg="modSp del mod">
        <pc:chgData name="Alexander Kastil" userId="25853297-1418-4fc4-96ec-22f8bc83a64b" providerId="ADAL" clId="{B17EA56F-A8B5-4954-B011-50901DE9AA44}" dt="2025-09-14T18:39:57.799" v="467" actId="2696"/>
        <pc:sldMkLst>
          <pc:docMk/>
          <pc:sldMk cId="2842125732" sldId="8499"/>
        </pc:sldMkLst>
      </pc:sldChg>
      <pc:sldChg chg="add">
        <pc:chgData name="Alexander Kastil" userId="25853297-1418-4fc4-96ec-22f8bc83a64b" providerId="ADAL" clId="{B17EA56F-A8B5-4954-B011-50901DE9AA44}" dt="2025-09-14T18:25:50.048" v="404"/>
        <pc:sldMkLst>
          <pc:docMk/>
          <pc:sldMk cId="1950775765" sldId="2147479661"/>
        </pc:sldMkLst>
      </pc:sldChg>
      <pc:sldChg chg="add">
        <pc:chgData name="Alexander Kastil" userId="25853297-1418-4fc4-96ec-22f8bc83a64b" providerId="ADAL" clId="{B17EA56F-A8B5-4954-B011-50901DE9AA44}" dt="2025-09-14T18:25:50.048" v="404"/>
        <pc:sldMkLst>
          <pc:docMk/>
          <pc:sldMk cId="2836856872" sldId="2147479662"/>
        </pc:sldMkLst>
      </pc:sldChg>
      <pc:sldChg chg="add del">
        <pc:chgData name="Alexander Kastil" userId="25853297-1418-4fc4-96ec-22f8bc83a64b" providerId="ADAL" clId="{B17EA56F-A8B5-4954-B011-50901DE9AA44}" dt="2025-09-14T18:40:46.604" v="471" actId="47"/>
        <pc:sldMkLst>
          <pc:docMk/>
          <pc:sldMk cId="977107104" sldId="2147479663"/>
        </pc:sldMkLst>
      </pc:sldChg>
      <pc:sldChg chg="modSp add del mod">
        <pc:chgData name="Alexander Kastil" userId="25853297-1418-4fc4-96ec-22f8bc83a64b" providerId="ADAL" clId="{B17EA56F-A8B5-4954-B011-50901DE9AA44}" dt="2025-09-17T15:48:15.005" v="1402" actId="47"/>
        <pc:sldMkLst>
          <pc:docMk/>
          <pc:sldMk cId="3003158565" sldId="2147479667"/>
        </pc:sldMkLst>
      </pc:sldChg>
      <pc:sldChg chg="addSp delSp modSp add mod chgLayout">
        <pc:chgData name="Alexander Kastil" userId="25853297-1418-4fc4-96ec-22f8bc83a64b" providerId="ADAL" clId="{B17EA56F-A8B5-4954-B011-50901DE9AA44}" dt="2025-10-05T09:09:22.680" v="1770"/>
        <pc:sldMkLst>
          <pc:docMk/>
          <pc:sldMk cId="329979096" sldId="2147479668"/>
        </pc:sldMkLst>
        <pc:spChg chg="add del mod">
          <ac:chgData name="Alexander Kastil" userId="25853297-1418-4fc4-96ec-22f8bc83a64b" providerId="ADAL" clId="{B17EA56F-A8B5-4954-B011-50901DE9AA44}" dt="2025-10-05T09:09:22.680" v="1770"/>
          <ac:spMkLst>
            <pc:docMk/>
            <pc:sldMk cId="329979096" sldId="2147479668"/>
            <ac:spMk id="11" creationId="{D3CDB3D3-4753-1249-5829-BDF8AE49C1FF}"/>
          </ac:spMkLst>
        </pc:spChg>
      </pc:sldChg>
      <pc:sldChg chg="add">
        <pc:chgData name="Alexander Kastil" userId="25853297-1418-4fc4-96ec-22f8bc83a64b" providerId="ADAL" clId="{B17EA56F-A8B5-4954-B011-50901DE9AA44}" dt="2025-09-14T18:24:58.614" v="401"/>
        <pc:sldMkLst>
          <pc:docMk/>
          <pc:sldMk cId="273190243" sldId="2147479669"/>
        </pc:sldMkLst>
      </pc:sldChg>
      <pc:sldChg chg="modSp add del mod">
        <pc:chgData name="Alexander Kastil" userId="25853297-1418-4fc4-96ec-22f8bc83a64b" providerId="ADAL" clId="{B17EA56F-A8B5-4954-B011-50901DE9AA44}" dt="2025-09-14T18:24:45.121" v="400" actId="2696"/>
        <pc:sldMkLst>
          <pc:docMk/>
          <pc:sldMk cId="3528638099" sldId="2147479669"/>
        </pc:sldMkLst>
      </pc:sldChg>
      <pc:sldChg chg="modSp add del">
        <pc:chgData name="Alexander Kastil" userId="25853297-1418-4fc4-96ec-22f8bc83a64b" providerId="ADAL" clId="{B17EA56F-A8B5-4954-B011-50901DE9AA44}" dt="2025-10-05T09:08:39.958" v="1769"/>
        <pc:sldMkLst>
          <pc:docMk/>
          <pc:sldMk cId="2393245253" sldId="2147479670"/>
        </pc:sldMkLst>
        <pc:spChg chg="mod">
          <ac:chgData name="Alexander Kastil" userId="25853297-1418-4fc4-96ec-22f8bc83a64b" providerId="ADAL" clId="{B17EA56F-A8B5-4954-B011-50901DE9AA44}" dt="2025-10-05T09:08:39.958" v="1769"/>
          <ac:spMkLst>
            <pc:docMk/>
            <pc:sldMk cId="2393245253" sldId="2147479670"/>
            <ac:spMk id="2" creationId="{BAB24C3A-2DE6-EEB9-9AEB-533A152AEA04}"/>
          </ac:spMkLst>
        </pc:spChg>
      </pc:sldChg>
      <pc:sldChg chg="add del">
        <pc:chgData name="Alexander Kastil" userId="25853297-1418-4fc4-96ec-22f8bc83a64b" providerId="ADAL" clId="{B17EA56F-A8B5-4954-B011-50901DE9AA44}" dt="2025-09-14T18:56:25.813" v="669" actId="2696"/>
        <pc:sldMkLst>
          <pc:docMk/>
          <pc:sldMk cId="3704852571" sldId="2147479671"/>
        </pc:sldMkLst>
      </pc:sldChg>
      <pc:sldChg chg="add del">
        <pc:chgData name="Alexander Kastil" userId="25853297-1418-4fc4-96ec-22f8bc83a64b" providerId="ADAL" clId="{B17EA56F-A8B5-4954-B011-50901DE9AA44}" dt="2025-09-14T18:56:25.813" v="669" actId="2696"/>
        <pc:sldMkLst>
          <pc:docMk/>
          <pc:sldMk cId="4139851392" sldId="2147479672"/>
        </pc:sldMkLst>
      </pc:sldChg>
      <pc:sldChg chg="add del">
        <pc:chgData name="Alexander Kastil" userId="25853297-1418-4fc4-96ec-22f8bc83a64b" providerId="ADAL" clId="{B17EA56F-A8B5-4954-B011-50901DE9AA44}" dt="2025-09-14T18:56:25.813" v="669" actId="2696"/>
        <pc:sldMkLst>
          <pc:docMk/>
          <pc:sldMk cId="293024492" sldId="2147479673"/>
        </pc:sldMkLst>
      </pc:sldChg>
      <pc:sldChg chg="add del">
        <pc:chgData name="Alexander Kastil" userId="25853297-1418-4fc4-96ec-22f8bc83a64b" providerId="ADAL" clId="{B17EA56F-A8B5-4954-B011-50901DE9AA44}" dt="2025-09-14T18:56:25.813" v="669" actId="2696"/>
        <pc:sldMkLst>
          <pc:docMk/>
          <pc:sldMk cId="1735031258" sldId="2147479678"/>
        </pc:sldMkLst>
      </pc:sldChg>
      <pc:sldChg chg="add del">
        <pc:chgData name="Alexander Kastil" userId="25853297-1418-4fc4-96ec-22f8bc83a64b" providerId="ADAL" clId="{B17EA56F-A8B5-4954-B011-50901DE9AA44}" dt="2025-09-14T18:56:25.813" v="669" actId="2696"/>
        <pc:sldMkLst>
          <pc:docMk/>
          <pc:sldMk cId="3826286246" sldId="2147479679"/>
        </pc:sldMkLst>
      </pc:sldChg>
      <pc:sldChg chg="add del">
        <pc:chgData name="Alexander Kastil" userId="25853297-1418-4fc4-96ec-22f8bc83a64b" providerId="ADAL" clId="{B17EA56F-A8B5-4954-B011-50901DE9AA44}" dt="2025-09-14T18:56:25.813" v="669" actId="2696"/>
        <pc:sldMkLst>
          <pc:docMk/>
          <pc:sldMk cId="2285569770" sldId="2147479682"/>
        </pc:sldMkLst>
      </pc:sldChg>
      <pc:sldChg chg="add del">
        <pc:chgData name="Alexander Kastil" userId="25853297-1418-4fc4-96ec-22f8bc83a64b" providerId="ADAL" clId="{B17EA56F-A8B5-4954-B011-50901DE9AA44}" dt="2025-09-14T18:56:25.813" v="669" actId="2696"/>
        <pc:sldMkLst>
          <pc:docMk/>
          <pc:sldMk cId="825604261" sldId="2147479683"/>
        </pc:sldMkLst>
      </pc:sldChg>
      <pc:sldChg chg="add del">
        <pc:chgData name="Alexander Kastil" userId="25853297-1418-4fc4-96ec-22f8bc83a64b" providerId="ADAL" clId="{B17EA56F-A8B5-4954-B011-50901DE9AA44}" dt="2025-09-14T18:40:46.604" v="471" actId="47"/>
        <pc:sldMkLst>
          <pc:docMk/>
          <pc:sldMk cId="1221082613" sldId="2147479684"/>
        </pc:sldMkLst>
      </pc:sldChg>
      <pc:sldChg chg="add del">
        <pc:chgData name="Alexander Kastil" userId="25853297-1418-4fc4-96ec-22f8bc83a64b" providerId="ADAL" clId="{B17EA56F-A8B5-4954-B011-50901DE9AA44}" dt="2025-09-14T18:56:25.813" v="669" actId="2696"/>
        <pc:sldMkLst>
          <pc:docMk/>
          <pc:sldMk cId="1342768626" sldId="2147479685"/>
        </pc:sldMkLst>
      </pc:sldChg>
      <pc:sldChg chg="add del">
        <pc:chgData name="Alexander Kastil" userId="25853297-1418-4fc4-96ec-22f8bc83a64b" providerId="ADAL" clId="{B17EA56F-A8B5-4954-B011-50901DE9AA44}" dt="2025-09-14T18:56:25.813" v="669" actId="2696"/>
        <pc:sldMkLst>
          <pc:docMk/>
          <pc:sldMk cId="3720831821" sldId="2147479686"/>
        </pc:sldMkLst>
      </pc:sldChg>
      <pc:sldChg chg="add del">
        <pc:chgData name="Alexander Kastil" userId="25853297-1418-4fc4-96ec-22f8bc83a64b" providerId="ADAL" clId="{B17EA56F-A8B5-4954-B011-50901DE9AA44}" dt="2025-09-14T07:58:24.517" v="278" actId="2696"/>
        <pc:sldMkLst>
          <pc:docMk/>
          <pc:sldMk cId="1364131604" sldId="2147479689"/>
        </pc:sldMkLst>
      </pc:sldChg>
      <pc:sldChg chg="modSp add del mod">
        <pc:chgData name="Alexander Kastil" userId="25853297-1418-4fc4-96ec-22f8bc83a64b" providerId="ADAL" clId="{B17EA56F-A8B5-4954-B011-50901DE9AA44}" dt="2025-09-14T18:40:54.867" v="473" actId="2696"/>
        <pc:sldMkLst>
          <pc:docMk/>
          <pc:sldMk cId="2002625801" sldId="2147479689"/>
        </pc:sldMkLst>
      </pc:sldChg>
      <pc:sldChg chg="modSp add del mod">
        <pc:chgData name="Alexander Kastil" userId="25853297-1418-4fc4-96ec-22f8bc83a64b" providerId="ADAL" clId="{B17EA56F-A8B5-4954-B011-50901DE9AA44}" dt="2025-10-29T07:30:10.152" v="1788" actId="47"/>
        <pc:sldMkLst>
          <pc:docMk/>
          <pc:sldMk cId="2791638024" sldId="2147479689"/>
        </pc:sldMkLst>
      </pc:sldChg>
      <pc:sldChg chg="add del">
        <pc:chgData name="Alexander Kastil" userId="25853297-1418-4fc4-96ec-22f8bc83a64b" providerId="ADAL" clId="{B17EA56F-A8B5-4954-B011-50901DE9AA44}" dt="2025-09-14T18:56:25.813" v="669" actId="2696"/>
        <pc:sldMkLst>
          <pc:docMk/>
          <pc:sldMk cId="4082816339" sldId="2147479696"/>
        </pc:sldMkLst>
      </pc:sldChg>
      <pc:sldChg chg="add del">
        <pc:chgData name="Alexander Kastil" userId="25853297-1418-4fc4-96ec-22f8bc83a64b" providerId="ADAL" clId="{B17EA56F-A8B5-4954-B011-50901DE9AA44}" dt="2025-09-14T18:56:25.813" v="669" actId="2696"/>
        <pc:sldMkLst>
          <pc:docMk/>
          <pc:sldMk cId="2307708763" sldId="2147479697"/>
        </pc:sldMkLst>
      </pc:sldChg>
      <pc:sldChg chg="add del">
        <pc:chgData name="Alexander Kastil" userId="25853297-1418-4fc4-96ec-22f8bc83a64b" providerId="ADAL" clId="{B17EA56F-A8B5-4954-B011-50901DE9AA44}" dt="2025-09-14T18:56:25.813" v="669" actId="2696"/>
        <pc:sldMkLst>
          <pc:docMk/>
          <pc:sldMk cId="1660691213" sldId="2147479698"/>
        </pc:sldMkLst>
      </pc:sldChg>
      <pc:sldChg chg="addSp delSp modSp add del mod">
        <pc:chgData name="Alexander Kastil" userId="25853297-1418-4fc4-96ec-22f8bc83a64b" providerId="ADAL" clId="{B17EA56F-A8B5-4954-B011-50901DE9AA44}" dt="2025-09-14T18:24:45.121" v="400" actId="2696"/>
        <pc:sldMkLst>
          <pc:docMk/>
          <pc:sldMk cId="3239994655" sldId="2147479700"/>
        </pc:sldMkLst>
      </pc:sldChg>
      <pc:sldChg chg="add">
        <pc:chgData name="Alexander Kastil" userId="25853297-1418-4fc4-96ec-22f8bc83a64b" providerId="ADAL" clId="{B17EA56F-A8B5-4954-B011-50901DE9AA44}" dt="2025-09-14T18:24:58.614" v="401"/>
        <pc:sldMkLst>
          <pc:docMk/>
          <pc:sldMk cId="3386875325" sldId="2147479700"/>
        </pc:sldMkLst>
      </pc:sldChg>
      <pc:sldChg chg="add del">
        <pc:chgData name="Alexander Kastil" userId="25853297-1418-4fc4-96ec-22f8bc83a64b" providerId="ADAL" clId="{B17EA56F-A8B5-4954-B011-50901DE9AA44}" dt="2025-09-14T18:56:25.813" v="669" actId="2696"/>
        <pc:sldMkLst>
          <pc:docMk/>
          <pc:sldMk cId="1448429281" sldId="2147479701"/>
        </pc:sldMkLst>
      </pc:sldChg>
      <pc:sldChg chg="modSp add mod modClrScheme chgLayout">
        <pc:chgData name="Alexander Kastil" userId="25853297-1418-4fc4-96ec-22f8bc83a64b" providerId="ADAL" clId="{B17EA56F-A8B5-4954-B011-50901DE9AA44}" dt="2025-09-14T07:51:57.619" v="277" actId="26606"/>
        <pc:sldMkLst>
          <pc:docMk/>
          <pc:sldMk cId="3116132983" sldId="2147479702"/>
        </pc:sldMkLst>
      </pc:sldChg>
      <pc:sldChg chg="modSp add del mod">
        <pc:chgData name="Alexander Kastil" userId="25853297-1418-4fc4-96ec-22f8bc83a64b" providerId="ADAL" clId="{B17EA56F-A8B5-4954-B011-50901DE9AA44}" dt="2025-10-05T09:11:57.260" v="1780" actId="313"/>
        <pc:sldMkLst>
          <pc:docMk/>
          <pc:sldMk cId="2785155120" sldId="2147479703"/>
        </pc:sldMkLst>
        <pc:spChg chg="mod">
          <ac:chgData name="Alexander Kastil" userId="25853297-1418-4fc4-96ec-22f8bc83a64b" providerId="ADAL" clId="{B17EA56F-A8B5-4954-B011-50901DE9AA44}" dt="2025-10-05T09:11:57.260" v="1780" actId="313"/>
          <ac:spMkLst>
            <pc:docMk/>
            <pc:sldMk cId="2785155120" sldId="2147479703"/>
            <ac:spMk id="2" creationId="{930945B4-E760-613C-3378-7D2594EBEB70}"/>
          </ac:spMkLst>
        </pc:spChg>
      </pc:sldChg>
      <pc:sldChg chg="add del">
        <pc:chgData name="Alexander Kastil" userId="25853297-1418-4fc4-96ec-22f8bc83a64b" providerId="ADAL" clId="{B17EA56F-A8B5-4954-B011-50901DE9AA44}" dt="2025-09-14T18:56:25.813" v="669" actId="2696"/>
        <pc:sldMkLst>
          <pc:docMk/>
          <pc:sldMk cId="3343999902" sldId="2147479704"/>
        </pc:sldMkLst>
      </pc:sldChg>
      <pc:sldChg chg="modSp add mod">
        <pc:chgData name="Alexander Kastil" userId="25853297-1418-4fc4-96ec-22f8bc83a64b" providerId="ADAL" clId="{B17EA56F-A8B5-4954-B011-50901DE9AA44}" dt="2025-10-29T07:32:05.537" v="1797" actId="1076"/>
        <pc:sldMkLst>
          <pc:docMk/>
          <pc:sldMk cId="1826469377" sldId="2147479705"/>
        </pc:sldMkLst>
        <pc:picChg chg="mod">
          <ac:chgData name="Alexander Kastil" userId="25853297-1418-4fc4-96ec-22f8bc83a64b" providerId="ADAL" clId="{B17EA56F-A8B5-4954-B011-50901DE9AA44}" dt="2025-10-29T07:32:05.537" v="1797" actId="1076"/>
          <ac:picMkLst>
            <pc:docMk/>
            <pc:sldMk cId="1826469377" sldId="2147479705"/>
            <ac:picMk id="6" creationId="{BB6554E1-04E5-FF20-A8C0-DEAC8B2B64E4}"/>
          </ac:picMkLst>
        </pc:picChg>
      </pc:sldChg>
      <pc:sldChg chg="del">
        <pc:chgData name="Alexander Kastil" userId="25853297-1418-4fc4-96ec-22f8bc83a64b" providerId="ADAL" clId="{B17EA56F-A8B5-4954-B011-50901DE9AA44}" dt="2025-09-14T18:37:32.993" v="443" actId="47"/>
        <pc:sldMkLst>
          <pc:docMk/>
          <pc:sldMk cId="183230671" sldId="2147479726"/>
        </pc:sldMkLst>
      </pc:sldChg>
      <pc:sldChg chg="del">
        <pc:chgData name="Alexander Kastil" userId="25853297-1418-4fc4-96ec-22f8bc83a64b" providerId="ADAL" clId="{B17EA56F-A8B5-4954-B011-50901DE9AA44}" dt="2025-09-14T18:38:18.193" v="446" actId="47"/>
        <pc:sldMkLst>
          <pc:docMk/>
          <pc:sldMk cId="874258498" sldId="2147479737"/>
        </pc:sldMkLst>
      </pc:sldChg>
      <pc:sldChg chg="del">
        <pc:chgData name="Alexander Kastil" userId="25853297-1418-4fc4-96ec-22f8bc83a64b" providerId="ADAL" clId="{B17EA56F-A8B5-4954-B011-50901DE9AA44}" dt="2025-09-14T18:24:26.274" v="399" actId="47"/>
        <pc:sldMkLst>
          <pc:docMk/>
          <pc:sldMk cId="1389929747" sldId="2147479741"/>
        </pc:sldMkLst>
      </pc:sldChg>
      <pc:sldChg chg="del">
        <pc:chgData name="Alexander Kastil" userId="25853297-1418-4fc4-96ec-22f8bc83a64b" providerId="ADAL" clId="{B17EA56F-A8B5-4954-B011-50901DE9AA44}" dt="2025-09-14T18:31:28.988" v="428" actId="47"/>
        <pc:sldMkLst>
          <pc:docMk/>
          <pc:sldMk cId="3423567977" sldId="2147479745"/>
        </pc:sldMkLst>
      </pc:sldChg>
      <pc:sldChg chg="del ord">
        <pc:chgData name="Alexander Kastil" userId="25853297-1418-4fc4-96ec-22f8bc83a64b" providerId="ADAL" clId="{B17EA56F-A8B5-4954-B011-50901DE9AA44}" dt="2025-10-29T07:32:08.359" v="1798" actId="47"/>
        <pc:sldMkLst>
          <pc:docMk/>
          <pc:sldMk cId="3921767350" sldId="2147479746"/>
        </pc:sldMkLst>
      </pc:sldChg>
      <pc:sldChg chg="addSp modSp add del mod">
        <pc:chgData name="Alexander Kastil" userId="25853297-1418-4fc4-96ec-22f8bc83a64b" providerId="ADAL" clId="{B17EA56F-A8B5-4954-B011-50901DE9AA44}" dt="2025-09-14T18:40:52.106" v="472" actId="47"/>
        <pc:sldMkLst>
          <pc:docMk/>
          <pc:sldMk cId="3064327086" sldId="2147479747"/>
        </pc:sldMkLst>
      </pc:sldChg>
      <pc:sldChg chg="new del ord">
        <pc:chgData name="Alexander Kastil" userId="25853297-1418-4fc4-96ec-22f8bc83a64b" providerId="ADAL" clId="{B17EA56F-A8B5-4954-B011-50901DE9AA44}" dt="2025-09-14T18:52:12.963" v="619" actId="47"/>
        <pc:sldMkLst>
          <pc:docMk/>
          <pc:sldMk cId="79548314" sldId="2147479748"/>
        </pc:sldMkLst>
      </pc:sldChg>
      <pc:sldChg chg="add del">
        <pc:chgData name="Alexander Kastil" userId="25853297-1418-4fc4-96ec-22f8bc83a64b" providerId="ADAL" clId="{B17EA56F-A8B5-4954-B011-50901DE9AA44}" dt="2025-09-14T18:52:12.963" v="619" actId="47"/>
        <pc:sldMkLst>
          <pc:docMk/>
          <pc:sldMk cId="2163905456" sldId="2147479749"/>
        </pc:sldMkLst>
      </pc:sldChg>
      <pc:sldChg chg="add del">
        <pc:chgData name="Alexander Kastil" userId="25853297-1418-4fc4-96ec-22f8bc83a64b" providerId="ADAL" clId="{B17EA56F-A8B5-4954-B011-50901DE9AA44}" dt="2025-09-14T18:52:12.963" v="619" actId="47"/>
        <pc:sldMkLst>
          <pc:docMk/>
          <pc:sldMk cId="563168981" sldId="2147479750"/>
        </pc:sldMkLst>
      </pc:sldChg>
      <pc:sldChg chg="add del">
        <pc:chgData name="Alexander Kastil" userId="25853297-1418-4fc4-96ec-22f8bc83a64b" providerId="ADAL" clId="{B17EA56F-A8B5-4954-B011-50901DE9AA44}" dt="2025-09-14T18:40:46.604" v="471" actId="47"/>
        <pc:sldMkLst>
          <pc:docMk/>
          <pc:sldMk cId="594520904" sldId="2147479751"/>
        </pc:sldMkLst>
      </pc:sldChg>
      <pc:sldChg chg="add del">
        <pc:chgData name="Alexander Kastil" userId="25853297-1418-4fc4-96ec-22f8bc83a64b" providerId="ADAL" clId="{B17EA56F-A8B5-4954-B011-50901DE9AA44}" dt="2025-09-14T19:05:15.560" v="786" actId="47"/>
        <pc:sldMkLst>
          <pc:docMk/>
          <pc:sldMk cId="907393585" sldId="2147479752"/>
        </pc:sldMkLst>
      </pc:sldChg>
      <pc:sldChg chg="modSp add del mod">
        <pc:chgData name="Alexander Kastil" userId="25853297-1418-4fc4-96ec-22f8bc83a64b" providerId="ADAL" clId="{B17EA56F-A8B5-4954-B011-50901DE9AA44}" dt="2025-09-14T18:24:45.121" v="400" actId="2696"/>
        <pc:sldMkLst>
          <pc:docMk/>
          <pc:sldMk cId="3566788525" sldId="2147479752"/>
        </pc:sldMkLst>
      </pc:sldChg>
      <pc:sldChg chg="modSp add mod">
        <pc:chgData name="Alexander Kastil" userId="25853297-1418-4fc4-96ec-22f8bc83a64b" providerId="ADAL" clId="{B17EA56F-A8B5-4954-B011-50901DE9AA44}" dt="2025-09-16T07:18:58.202" v="832" actId="20577"/>
        <pc:sldMkLst>
          <pc:docMk/>
          <pc:sldMk cId="3266697795" sldId="2147479753"/>
        </pc:sldMkLst>
      </pc:sldChg>
      <pc:sldChg chg="add del">
        <pc:chgData name="Alexander Kastil" userId="25853297-1418-4fc4-96ec-22f8bc83a64b" providerId="ADAL" clId="{B17EA56F-A8B5-4954-B011-50901DE9AA44}" dt="2025-09-14T18:36:52.204" v="440"/>
        <pc:sldMkLst>
          <pc:docMk/>
          <pc:sldMk cId="1701308469" sldId="2147479754"/>
        </pc:sldMkLst>
      </pc:sldChg>
      <pc:sldChg chg="new del">
        <pc:chgData name="Alexander Kastil" userId="25853297-1418-4fc4-96ec-22f8bc83a64b" providerId="ADAL" clId="{B17EA56F-A8B5-4954-B011-50901DE9AA44}" dt="2025-09-14T07:21:13.748" v="54" actId="47"/>
        <pc:sldMkLst>
          <pc:docMk/>
          <pc:sldMk cId="2521840429" sldId="2147479754"/>
        </pc:sldMkLst>
      </pc:sldChg>
      <pc:sldChg chg="modSp new add del mod ord">
        <pc:chgData name="Alexander Kastil" userId="25853297-1418-4fc4-96ec-22f8bc83a64b" providerId="ADAL" clId="{B17EA56F-A8B5-4954-B011-50901DE9AA44}" dt="2025-10-05T09:08:39.958" v="1769"/>
        <pc:sldMkLst>
          <pc:docMk/>
          <pc:sldMk cId="3228867651" sldId="2147479754"/>
        </pc:sldMkLst>
        <pc:spChg chg="mod">
          <ac:chgData name="Alexander Kastil" userId="25853297-1418-4fc4-96ec-22f8bc83a64b" providerId="ADAL" clId="{B17EA56F-A8B5-4954-B011-50901DE9AA44}" dt="2025-10-05T09:08:39.958" v="1769"/>
          <ac:spMkLst>
            <pc:docMk/>
            <pc:sldMk cId="3228867651" sldId="2147479754"/>
            <ac:spMk id="2" creationId="{53583A65-BE2C-6044-6232-DA90A766D65B}"/>
          </ac:spMkLst>
        </pc:spChg>
      </pc:sldChg>
      <pc:sldChg chg="modSp add del mod">
        <pc:chgData name="Alexander Kastil" userId="25853297-1418-4fc4-96ec-22f8bc83a64b" providerId="ADAL" clId="{B17EA56F-A8B5-4954-B011-50901DE9AA44}" dt="2025-09-14T18:52:12.963" v="619" actId="47"/>
        <pc:sldMkLst>
          <pc:docMk/>
          <pc:sldMk cId="1786322303" sldId="2147479755"/>
        </pc:sldMkLst>
      </pc:sldChg>
      <pc:sldChg chg="modSp add del mod">
        <pc:chgData name="Alexander Kastil" userId="25853297-1418-4fc4-96ec-22f8bc83a64b" providerId="ADAL" clId="{B17EA56F-A8B5-4954-B011-50901DE9AA44}" dt="2025-09-14T18:52:12.963" v="619" actId="47"/>
        <pc:sldMkLst>
          <pc:docMk/>
          <pc:sldMk cId="2362433458" sldId="2147479756"/>
        </pc:sldMkLst>
      </pc:sldChg>
      <pc:sldChg chg="modSp add del mod">
        <pc:chgData name="Alexander Kastil" userId="25853297-1418-4fc4-96ec-22f8bc83a64b" providerId="ADAL" clId="{B17EA56F-A8B5-4954-B011-50901DE9AA44}" dt="2025-09-14T18:52:12.963" v="619" actId="47"/>
        <pc:sldMkLst>
          <pc:docMk/>
          <pc:sldMk cId="340486749" sldId="2147479757"/>
        </pc:sldMkLst>
      </pc:sldChg>
      <pc:sldChg chg="add del">
        <pc:chgData name="Alexander Kastil" userId="25853297-1418-4fc4-96ec-22f8bc83a64b" providerId="ADAL" clId="{B17EA56F-A8B5-4954-B011-50901DE9AA44}" dt="2025-09-14T18:52:12.963" v="619" actId="47"/>
        <pc:sldMkLst>
          <pc:docMk/>
          <pc:sldMk cId="1386549978" sldId="2147479758"/>
        </pc:sldMkLst>
      </pc:sldChg>
      <pc:sldChg chg="add del">
        <pc:chgData name="Alexander Kastil" userId="25853297-1418-4fc4-96ec-22f8bc83a64b" providerId="ADAL" clId="{B17EA56F-A8B5-4954-B011-50901DE9AA44}" dt="2025-09-14T18:27:20.185" v="407" actId="47"/>
        <pc:sldMkLst>
          <pc:docMk/>
          <pc:sldMk cId="998806561" sldId="2147479759"/>
        </pc:sldMkLst>
      </pc:sldChg>
      <pc:sldChg chg="add del">
        <pc:chgData name="Alexander Kastil" userId="25853297-1418-4fc4-96ec-22f8bc83a64b" providerId="ADAL" clId="{B17EA56F-A8B5-4954-B011-50901DE9AA44}" dt="2025-10-29T07:31:00.863" v="1791" actId="47"/>
        <pc:sldMkLst>
          <pc:docMk/>
          <pc:sldMk cId="2933840235" sldId="2147479760"/>
        </pc:sldMkLst>
      </pc:sldChg>
      <pc:sldChg chg="add del">
        <pc:chgData name="Alexander Kastil" userId="25853297-1418-4fc4-96ec-22f8bc83a64b" providerId="ADAL" clId="{B17EA56F-A8B5-4954-B011-50901DE9AA44}" dt="2025-09-14T18:29:14.650" v="411" actId="47"/>
        <pc:sldMkLst>
          <pc:docMk/>
          <pc:sldMk cId="3883173704" sldId="2147479761"/>
        </pc:sldMkLst>
      </pc:sldChg>
      <pc:sldChg chg="add del ord">
        <pc:chgData name="Alexander Kastil" userId="25853297-1418-4fc4-96ec-22f8bc83a64b" providerId="ADAL" clId="{B17EA56F-A8B5-4954-B011-50901DE9AA44}" dt="2025-10-29T07:30:45.982" v="1789" actId="47"/>
        <pc:sldMkLst>
          <pc:docMk/>
          <pc:sldMk cId="2751891103" sldId="2147479762"/>
        </pc:sldMkLst>
      </pc:sldChg>
      <pc:sldChg chg="addSp modSp new del mod">
        <pc:chgData name="Alexander Kastil" userId="25853297-1418-4fc4-96ec-22f8bc83a64b" providerId="ADAL" clId="{B17EA56F-A8B5-4954-B011-50901DE9AA44}" dt="2025-09-14T18:38:11.039" v="444" actId="2696"/>
        <pc:sldMkLst>
          <pc:docMk/>
          <pc:sldMk cId="473082846" sldId="2147479763"/>
        </pc:sldMkLst>
      </pc:sldChg>
      <pc:sldChg chg="add">
        <pc:chgData name="Alexander Kastil" userId="25853297-1418-4fc4-96ec-22f8bc83a64b" providerId="ADAL" clId="{B17EA56F-A8B5-4954-B011-50901DE9AA44}" dt="2025-09-14T18:38:34.036" v="449"/>
        <pc:sldMkLst>
          <pc:docMk/>
          <pc:sldMk cId="1453394224" sldId="2147479763"/>
        </pc:sldMkLst>
      </pc:sldChg>
      <pc:sldChg chg="add del">
        <pc:chgData name="Alexander Kastil" userId="25853297-1418-4fc4-96ec-22f8bc83a64b" providerId="ADAL" clId="{B17EA56F-A8B5-4954-B011-50901DE9AA44}" dt="2025-09-14T18:38:26.192" v="448" actId="2696"/>
        <pc:sldMkLst>
          <pc:docMk/>
          <pc:sldMk cId="2171691561" sldId="2147479763"/>
        </pc:sldMkLst>
      </pc:sldChg>
      <pc:sldChg chg="addSp delSp modSp new del mod modClrScheme chgLayout">
        <pc:chgData name="Alexander Kastil" userId="25853297-1418-4fc4-96ec-22f8bc83a64b" providerId="ADAL" clId="{B17EA56F-A8B5-4954-B011-50901DE9AA44}" dt="2025-09-14T18:44:26.888" v="483" actId="2696"/>
        <pc:sldMkLst>
          <pc:docMk/>
          <pc:sldMk cId="1749253926" sldId="2147479764"/>
        </pc:sldMkLst>
      </pc:sldChg>
      <pc:sldChg chg="add">
        <pc:chgData name="Alexander Kastil" userId="25853297-1418-4fc4-96ec-22f8bc83a64b" providerId="ADAL" clId="{B17EA56F-A8B5-4954-B011-50901DE9AA44}" dt="2025-09-14T18:44:32.821" v="484"/>
        <pc:sldMkLst>
          <pc:docMk/>
          <pc:sldMk cId="2032708059" sldId="2147479764"/>
        </pc:sldMkLst>
      </pc:sldChg>
      <pc:sldChg chg="addSp delSp modSp new mod">
        <pc:chgData name="Alexander Kastil" userId="25853297-1418-4fc4-96ec-22f8bc83a64b" providerId="ADAL" clId="{B17EA56F-A8B5-4954-B011-50901DE9AA44}" dt="2025-09-14T18:50:38.057" v="553" actId="1076"/>
        <pc:sldMkLst>
          <pc:docMk/>
          <pc:sldMk cId="2038835437" sldId="2147479765"/>
        </pc:sldMkLst>
      </pc:sldChg>
      <pc:sldChg chg="addSp delSp modSp new mod">
        <pc:chgData name="Alexander Kastil" userId="25853297-1418-4fc4-96ec-22f8bc83a64b" providerId="ADAL" clId="{B17EA56F-A8B5-4954-B011-50901DE9AA44}" dt="2025-09-16T16:03:35.898" v="1400" actId="1076"/>
        <pc:sldMkLst>
          <pc:docMk/>
          <pc:sldMk cId="830058211" sldId="2147479766"/>
        </pc:sldMkLst>
      </pc:sldChg>
      <pc:sldChg chg="addSp delSp modSp new mod">
        <pc:chgData name="Alexander Kastil" userId="25853297-1418-4fc4-96ec-22f8bc83a64b" providerId="ADAL" clId="{B17EA56F-A8B5-4954-B011-50901DE9AA44}" dt="2025-10-05T09:11:15.080" v="1779"/>
        <pc:sldMkLst>
          <pc:docMk/>
          <pc:sldMk cId="3067254916" sldId="2147479767"/>
        </pc:sldMkLst>
        <pc:spChg chg="mod">
          <ac:chgData name="Alexander Kastil" userId="25853297-1418-4fc4-96ec-22f8bc83a64b" providerId="ADAL" clId="{B17EA56F-A8B5-4954-B011-50901DE9AA44}" dt="2025-10-05T09:11:15.080" v="1779"/>
          <ac:spMkLst>
            <pc:docMk/>
            <pc:sldMk cId="3067254916" sldId="2147479767"/>
            <ac:spMk id="2" creationId="{AF60BCFD-FD6F-E0C9-80F5-17E760FE2562}"/>
          </ac:spMkLst>
        </pc:spChg>
      </pc:sldChg>
      <pc:sldChg chg="addSp delSp modSp new mod">
        <pc:chgData name="Alexander Kastil" userId="25853297-1418-4fc4-96ec-22f8bc83a64b" providerId="ADAL" clId="{B17EA56F-A8B5-4954-B011-50901DE9AA44}" dt="2025-09-16T10:00:10.268" v="1169" actId="1076"/>
        <pc:sldMkLst>
          <pc:docMk/>
          <pc:sldMk cId="1007095297" sldId="2147479768"/>
        </pc:sldMkLst>
      </pc:sldChg>
      <pc:sldChg chg="modSp new del mod">
        <pc:chgData name="Alexander Kastil" userId="25853297-1418-4fc4-96ec-22f8bc83a64b" providerId="ADAL" clId="{B17EA56F-A8B5-4954-B011-50901DE9AA44}" dt="2025-09-14T19:16:38.033" v="826" actId="47"/>
        <pc:sldMkLst>
          <pc:docMk/>
          <pc:sldMk cId="4233549914" sldId="2147479769"/>
        </pc:sldMkLst>
      </pc:sldChg>
      <pc:sldChg chg="addSp delSp modSp new mod">
        <pc:chgData name="Alexander Kastil" userId="25853297-1418-4fc4-96ec-22f8bc83a64b" providerId="ADAL" clId="{B17EA56F-A8B5-4954-B011-50901DE9AA44}" dt="2025-09-14T18:54:58.561" v="667" actId="1076"/>
        <pc:sldMkLst>
          <pc:docMk/>
          <pc:sldMk cId="2779246439" sldId="2147479770"/>
        </pc:sldMkLst>
      </pc:sldChg>
      <pc:sldChg chg="addSp delSp modSp new mod ord modClrScheme chgLayout">
        <pc:chgData name="Alexander Kastil" userId="25853297-1418-4fc4-96ec-22f8bc83a64b" providerId="ADAL" clId="{B17EA56F-A8B5-4954-B011-50901DE9AA44}" dt="2025-10-05T09:09:58.132" v="1771"/>
        <pc:sldMkLst>
          <pc:docMk/>
          <pc:sldMk cId="2759403728" sldId="2147479771"/>
        </pc:sldMkLst>
        <pc:spChg chg="mod ord">
          <ac:chgData name="Alexander Kastil" userId="25853297-1418-4fc4-96ec-22f8bc83a64b" providerId="ADAL" clId="{B17EA56F-A8B5-4954-B011-50901DE9AA44}" dt="2025-10-05T09:09:58.132" v="1771"/>
          <ac:spMkLst>
            <pc:docMk/>
            <pc:sldMk cId="2759403728" sldId="2147479771"/>
            <ac:spMk id="2" creationId="{C0B65F8C-ED93-ACE7-EA1C-0BBE23C6AB4F}"/>
          </ac:spMkLst>
        </pc:spChg>
      </pc:sldChg>
      <pc:sldChg chg="modSp add del mod">
        <pc:chgData name="Alexander Kastil" userId="25853297-1418-4fc4-96ec-22f8bc83a64b" providerId="ADAL" clId="{B17EA56F-A8B5-4954-B011-50901DE9AA44}" dt="2025-09-16T10:02:57.373" v="1223" actId="20577"/>
        <pc:sldMkLst>
          <pc:docMk/>
          <pc:sldMk cId="2579085708" sldId="2147479772"/>
        </pc:sldMkLst>
      </pc:sldChg>
      <pc:sldChg chg="addSp delSp modSp add del mod">
        <pc:chgData name="Alexander Kastil" userId="25853297-1418-4fc4-96ec-22f8bc83a64b" providerId="ADAL" clId="{B17EA56F-A8B5-4954-B011-50901DE9AA44}" dt="2025-09-16T15:47:48.025" v="1360" actId="1076"/>
        <pc:sldMkLst>
          <pc:docMk/>
          <pc:sldMk cId="4162764457" sldId="2147479773"/>
        </pc:sldMkLst>
      </pc:sldChg>
      <pc:sldChg chg="addSp delSp modSp new mod">
        <pc:chgData name="Alexander Kastil" userId="25853297-1418-4fc4-96ec-22f8bc83a64b" providerId="ADAL" clId="{B17EA56F-A8B5-4954-B011-50901DE9AA44}" dt="2025-10-03T17:58:53.215" v="1766" actId="1076"/>
        <pc:sldMkLst>
          <pc:docMk/>
          <pc:sldMk cId="1791129615" sldId="2147479774"/>
        </pc:sldMkLst>
        <pc:picChg chg="add mod">
          <ac:chgData name="Alexander Kastil" userId="25853297-1418-4fc4-96ec-22f8bc83a64b" providerId="ADAL" clId="{B17EA56F-A8B5-4954-B011-50901DE9AA44}" dt="2025-10-03T17:58:50.617" v="1765" actId="1076"/>
          <ac:picMkLst>
            <pc:docMk/>
            <pc:sldMk cId="1791129615" sldId="2147479774"/>
            <ac:picMk id="7" creationId="{E076201F-C55F-1B36-9A02-C79212068045}"/>
          </ac:picMkLst>
        </pc:picChg>
        <pc:picChg chg="add mod">
          <ac:chgData name="Alexander Kastil" userId="25853297-1418-4fc4-96ec-22f8bc83a64b" providerId="ADAL" clId="{B17EA56F-A8B5-4954-B011-50901DE9AA44}" dt="2025-10-03T17:58:53.215" v="1766" actId="1076"/>
          <ac:picMkLst>
            <pc:docMk/>
            <pc:sldMk cId="1791129615" sldId="2147479774"/>
            <ac:picMk id="4098" creationId="{118B7B70-592E-97EA-3491-DFA4E1FD5B34}"/>
          </ac:picMkLst>
        </pc:picChg>
      </pc:sldChg>
      <pc:sldChg chg="new del">
        <pc:chgData name="Alexander Kastil" userId="25853297-1418-4fc4-96ec-22f8bc83a64b" providerId="ADAL" clId="{B17EA56F-A8B5-4954-B011-50901DE9AA44}" dt="2025-09-16T09:35:37.347" v="1067" actId="47"/>
        <pc:sldMkLst>
          <pc:docMk/>
          <pc:sldMk cId="1696262958" sldId="2147479775"/>
        </pc:sldMkLst>
      </pc:sldChg>
      <pc:sldChg chg="modSp add mod">
        <pc:chgData name="Alexander Kastil" userId="25853297-1418-4fc4-96ec-22f8bc83a64b" providerId="ADAL" clId="{B17EA56F-A8B5-4954-B011-50901DE9AA44}" dt="2025-10-05T09:10:14.570" v="1773" actId="20577"/>
        <pc:sldMkLst>
          <pc:docMk/>
          <pc:sldMk cId="2536040416" sldId="2147479775"/>
        </pc:sldMkLst>
        <pc:spChg chg="mod">
          <ac:chgData name="Alexander Kastil" userId="25853297-1418-4fc4-96ec-22f8bc83a64b" providerId="ADAL" clId="{B17EA56F-A8B5-4954-B011-50901DE9AA44}" dt="2025-10-05T09:10:14.570" v="1773" actId="20577"/>
          <ac:spMkLst>
            <pc:docMk/>
            <pc:sldMk cId="2536040416" sldId="2147479775"/>
            <ac:spMk id="3" creationId="{07CDFE63-7D33-3414-9AD0-D9E89EB99150}"/>
          </ac:spMkLst>
        </pc:spChg>
      </pc:sldChg>
      <pc:sldChg chg="add">
        <pc:chgData name="Alexander Kastil" userId="25853297-1418-4fc4-96ec-22f8bc83a64b" providerId="ADAL" clId="{B17EA56F-A8B5-4954-B011-50901DE9AA44}" dt="2025-09-16T09:36:40.534" v="1069"/>
        <pc:sldMkLst>
          <pc:docMk/>
          <pc:sldMk cId="2429916950" sldId="2147479776"/>
        </pc:sldMkLst>
      </pc:sldChg>
      <pc:sldChg chg="add">
        <pc:chgData name="Alexander Kastil" userId="25853297-1418-4fc4-96ec-22f8bc83a64b" providerId="ADAL" clId="{B17EA56F-A8B5-4954-B011-50901DE9AA44}" dt="2025-09-16T09:36:40.534" v="1069"/>
        <pc:sldMkLst>
          <pc:docMk/>
          <pc:sldMk cId="1046856920" sldId="2147479777"/>
        </pc:sldMkLst>
      </pc:sldChg>
      <pc:sldChg chg="addSp delSp modSp add mod ord">
        <pc:chgData name="Alexander Kastil" userId="25853297-1418-4fc4-96ec-22f8bc83a64b" providerId="ADAL" clId="{B17EA56F-A8B5-4954-B011-50901DE9AA44}" dt="2025-10-06T14:18:38.179" v="1786"/>
        <pc:sldMkLst>
          <pc:docMk/>
          <pc:sldMk cId="13466496" sldId="2147479778"/>
        </pc:sldMkLst>
      </pc:sldChg>
      <pc:sldChg chg="addSp modSp new mod">
        <pc:chgData name="Alexander Kastil" userId="25853297-1418-4fc4-96ec-22f8bc83a64b" providerId="ADAL" clId="{B17EA56F-A8B5-4954-B011-50901DE9AA44}" dt="2025-09-16T10:19:41.772" v="1315" actId="1076"/>
        <pc:sldMkLst>
          <pc:docMk/>
          <pc:sldMk cId="4082628331" sldId="2147479779"/>
        </pc:sldMkLst>
      </pc:sldChg>
      <pc:sldChg chg="addSp delSp modSp new mod">
        <pc:chgData name="Alexander Kastil" userId="25853297-1418-4fc4-96ec-22f8bc83a64b" providerId="ADAL" clId="{B17EA56F-A8B5-4954-B011-50901DE9AA44}" dt="2025-09-16T15:49:33.484" v="1366" actId="22"/>
        <pc:sldMkLst>
          <pc:docMk/>
          <pc:sldMk cId="4237578017" sldId="2147479780"/>
        </pc:sldMkLst>
      </pc:sldChg>
      <pc:sldChg chg="addSp delSp modSp new mod">
        <pc:chgData name="Alexander Kastil" userId="25853297-1418-4fc4-96ec-22f8bc83a64b" providerId="ADAL" clId="{B17EA56F-A8B5-4954-B011-50901DE9AA44}" dt="2025-09-16T15:53:43.385" v="1395" actId="20577"/>
        <pc:sldMkLst>
          <pc:docMk/>
          <pc:sldMk cId="3581911060" sldId="2147479781"/>
        </pc:sldMkLst>
      </pc:sldChg>
      <pc:sldChg chg="modSp add del mod">
        <pc:chgData name="Alexander Kastil" userId="25853297-1418-4fc4-96ec-22f8bc83a64b" providerId="ADAL" clId="{B17EA56F-A8B5-4954-B011-50901DE9AA44}" dt="2025-09-30T16:12:55" v="1483" actId="2696"/>
        <pc:sldMkLst>
          <pc:docMk/>
          <pc:sldMk cId="2195508243" sldId="2147479785"/>
        </pc:sldMkLst>
      </pc:sldChg>
      <pc:sldChg chg="modSp add mod">
        <pc:chgData name="Alexander Kastil" userId="25853297-1418-4fc4-96ec-22f8bc83a64b" providerId="ADAL" clId="{B17EA56F-A8B5-4954-B011-50901DE9AA44}" dt="2025-10-03T17:55:26.384" v="1712" actId="1076"/>
        <pc:sldMkLst>
          <pc:docMk/>
          <pc:sldMk cId="4022661646" sldId="2147479785"/>
        </pc:sldMkLst>
        <pc:spChg chg="mod">
          <ac:chgData name="Alexander Kastil" userId="25853297-1418-4fc4-96ec-22f8bc83a64b" providerId="ADAL" clId="{B17EA56F-A8B5-4954-B011-50901DE9AA44}" dt="2025-10-03T17:55:20.545" v="1711" actId="27636"/>
          <ac:spMkLst>
            <pc:docMk/>
            <pc:sldMk cId="4022661646" sldId="2147479785"/>
            <ac:spMk id="2" creationId="{A6CE5471-51FE-447E-7384-6A633B788351}"/>
          </ac:spMkLst>
        </pc:spChg>
        <pc:spChg chg="mod">
          <ac:chgData name="Alexander Kastil" userId="25853297-1418-4fc4-96ec-22f8bc83a64b" providerId="ADAL" clId="{B17EA56F-A8B5-4954-B011-50901DE9AA44}" dt="2025-09-30T16:13:06.328" v="1491" actId="20577"/>
          <ac:spMkLst>
            <pc:docMk/>
            <pc:sldMk cId="4022661646" sldId="2147479785"/>
            <ac:spMk id="3" creationId="{5FF61B68-5EF6-AC10-CD20-C025B42A2E41}"/>
          </ac:spMkLst>
        </pc:spChg>
        <pc:picChg chg="mod">
          <ac:chgData name="Alexander Kastil" userId="25853297-1418-4fc4-96ec-22f8bc83a64b" providerId="ADAL" clId="{B17EA56F-A8B5-4954-B011-50901DE9AA44}" dt="2025-10-03T17:55:17.088" v="1709" actId="14100"/>
          <ac:picMkLst>
            <pc:docMk/>
            <pc:sldMk cId="4022661646" sldId="2147479785"/>
            <ac:picMk id="5122" creationId="{4C80379B-1170-766B-9475-9E1C40A572C3}"/>
          </ac:picMkLst>
        </pc:picChg>
        <pc:picChg chg="mod">
          <ac:chgData name="Alexander Kastil" userId="25853297-1418-4fc4-96ec-22f8bc83a64b" providerId="ADAL" clId="{B17EA56F-A8B5-4954-B011-50901DE9AA44}" dt="2025-10-03T17:55:26.384" v="1712" actId="1076"/>
          <ac:picMkLst>
            <pc:docMk/>
            <pc:sldMk cId="4022661646" sldId="2147479785"/>
            <ac:picMk id="5124" creationId="{20DBE040-0980-C88E-1AC1-7F9BC495E8A2}"/>
          </ac:picMkLst>
        </pc:picChg>
      </pc:sldChg>
      <pc:sldChg chg="add del">
        <pc:chgData name="Alexander Kastil" userId="25853297-1418-4fc4-96ec-22f8bc83a64b" providerId="ADAL" clId="{B17EA56F-A8B5-4954-B011-50901DE9AA44}" dt="2025-10-03T17:59:23.319" v="1767" actId="47"/>
        <pc:sldMkLst>
          <pc:docMk/>
          <pc:sldMk cId="2899089012" sldId="2147479786"/>
        </pc:sldMkLst>
      </pc:sldChg>
      <pc:sldChg chg="add del">
        <pc:chgData name="Alexander Kastil" userId="25853297-1418-4fc4-96ec-22f8bc83a64b" providerId="ADAL" clId="{B17EA56F-A8B5-4954-B011-50901DE9AA44}" dt="2025-10-03T17:32:10.430" v="1567" actId="47"/>
        <pc:sldMkLst>
          <pc:docMk/>
          <pc:sldMk cId="158708618" sldId="2147479787"/>
        </pc:sldMkLst>
      </pc:sldChg>
      <pc:sldChg chg="modSp add mod">
        <pc:chgData name="Alexander Kastil" userId="25853297-1418-4fc4-96ec-22f8bc83a64b" providerId="ADAL" clId="{B17EA56F-A8B5-4954-B011-50901DE9AA44}" dt="2025-10-03T17:32:29.517" v="1571" actId="27636"/>
        <pc:sldMkLst>
          <pc:docMk/>
          <pc:sldMk cId="467021759" sldId="2147479788"/>
        </pc:sldMkLst>
        <pc:spChg chg="mod">
          <ac:chgData name="Alexander Kastil" userId="25853297-1418-4fc4-96ec-22f8bc83a64b" providerId="ADAL" clId="{B17EA56F-A8B5-4954-B011-50901DE9AA44}" dt="2025-10-03T17:32:29.517" v="1571" actId="27636"/>
          <ac:spMkLst>
            <pc:docMk/>
            <pc:sldMk cId="467021759" sldId="2147479788"/>
            <ac:spMk id="2" creationId="{F513E79F-80AE-30E8-44EF-31DCF7C4C86B}"/>
          </ac:spMkLst>
        </pc:spChg>
      </pc:sldChg>
      <pc:sldChg chg="modSp add del mod">
        <pc:chgData name="Alexander Kastil" userId="25853297-1418-4fc4-96ec-22f8bc83a64b" providerId="ADAL" clId="{B17EA56F-A8B5-4954-B011-50901DE9AA44}" dt="2025-09-30T16:12:01.798" v="1470" actId="2696"/>
        <pc:sldMkLst>
          <pc:docMk/>
          <pc:sldMk cId="3506459563" sldId="2147479789"/>
        </pc:sldMkLst>
        <pc:spChg chg="mod">
          <ac:chgData name="Alexander Kastil" userId="25853297-1418-4fc4-96ec-22f8bc83a64b" providerId="ADAL" clId="{B17EA56F-A8B5-4954-B011-50901DE9AA44}" dt="2025-09-30T16:08:44.706" v="1424" actId="20577"/>
          <ac:spMkLst>
            <pc:docMk/>
            <pc:sldMk cId="3506459563" sldId="2147479789"/>
            <ac:spMk id="2" creationId="{B29452DE-0363-EC06-7E12-92E9B4C49C1B}"/>
          </ac:spMkLst>
        </pc:spChg>
      </pc:sldChg>
      <pc:sldChg chg="addSp delSp modSp new add del mod ord">
        <pc:chgData name="Alexander Kastil" userId="25853297-1418-4fc4-96ec-22f8bc83a64b" providerId="ADAL" clId="{B17EA56F-A8B5-4954-B011-50901DE9AA44}" dt="2025-09-30T16:12:01.798" v="1470" actId="2696"/>
        <pc:sldMkLst>
          <pc:docMk/>
          <pc:sldMk cId="430768564" sldId="2147479790"/>
        </pc:sldMkLst>
        <pc:spChg chg="mod">
          <ac:chgData name="Alexander Kastil" userId="25853297-1418-4fc4-96ec-22f8bc83a64b" providerId="ADAL" clId="{B17EA56F-A8B5-4954-B011-50901DE9AA44}" dt="2025-09-30T16:09:46.769" v="1450" actId="20577"/>
          <ac:spMkLst>
            <pc:docMk/>
            <pc:sldMk cId="430768564" sldId="2147479790"/>
            <ac:spMk id="3" creationId="{B1CD9841-FDB8-8529-9B9F-60AD433A8D62}"/>
          </ac:spMkLst>
        </pc:spChg>
        <pc:picChg chg="add mod ord">
          <ac:chgData name="Alexander Kastil" userId="25853297-1418-4fc4-96ec-22f8bc83a64b" providerId="ADAL" clId="{B17EA56F-A8B5-4954-B011-50901DE9AA44}" dt="2025-09-30T16:09:35.112" v="1428" actId="22"/>
          <ac:picMkLst>
            <pc:docMk/>
            <pc:sldMk cId="430768564" sldId="2147479790"/>
            <ac:picMk id="5" creationId="{F885A420-5D43-18C1-52B4-C833EF1D6D2B}"/>
          </ac:picMkLst>
        </pc:picChg>
      </pc:sldChg>
      <pc:sldChg chg="addSp delSp modSp new add del mod">
        <pc:chgData name="Alexander Kastil" userId="25853297-1418-4fc4-96ec-22f8bc83a64b" providerId="ADAL" clId="{B17EA56F-A8B5-4954-B011-50901DE9AA44}" dt="2025-09-30T16:12:01.798" v="1470" actId="2696"/>
        <pc:sldMkLst>
          <pc:docMk/>
          <pc:sldMk cId="3636612195" sldId="2147479791"/>
        </pc:sldMkLst>
        <pc:spChg chg="mod">
          <ac:chgData name="Alexander Kastil" userId="25853297-1418-4fc4-96ec-22f8bc83a64b" providerId="ADAL" clId="{B17EA56F-A8B5-4954-B011-50901DE9AA44}" dt="2025-09-30T16:10:02.457" v="1467" actId="20577"/>
          <ac:spMkLst>
            <pc:docMk/>
            <pc:sldMk cId="3636612195" sldId="2147479791"/>
            <ac:spMk id="3" creationId="{7453094E-ED12-146D-8353-8D578E1C92BE}"/>
          </ac:spMkLst>
        </pc:spChg>
        <pc:picChg chg="add mod ord">
          <ac:chgData name="Alexander Kastil" userId="25853297-1418-4fc4-96ec-22f8bc83a64b" providerId="ADAL" clId="{B17EA56F-A8B5-4954-B011-50901DE9AA44}" dt="2025-09-30T16:10:21.177" v="1468" actId="22"/>
          <ac:picMkLst>
            <pc:docMk/>
            <pc:sldMk cId="3636612195" sldId="2147479791"/>
            <ac:picMk id="5" creationId="{CB2C359A-EE1D-3BB8-B024-22D619D743DF}"/>
          </ac:picMkLst>
        </pc:picChg>
      </pc:sldChg>
      <pc:sldChg chg="addSp delSp modSp new add del mod">
        <pc:chgData name="Alexander Kastil" userId="25853297-1418-4fc4-96ec-22f8bc83a64b" providerId="ADAL" clId="{B17EA56F-A8B5-4954-B011-50901DE9AA44}" dt="2025-09-30T16:12:52.541" v="1482" actId="2696"/>
        <pc:sldMkLst>
          <pc:docMk/>
          <pc:sldMk cId="3101823161" sldId="2147479792"/>
        </pc:sldMkLst>
        <pc:spChg chg="mod">
          <ac:chgData name="Alexander Kastil" userId="25853297-1418-4fc4-96ec-22f8bc83a64b" providerId="ADAL" clId="{B17EA56F-A8B5-4954-B011-50901DE9AA44}" dt="2025-09-30T16:12:20.625" v="1479" actId="20577"/>
          <ac:spMkLst>
            <pc:docMk/>
            <pc:sldMk cId="3101823161" sldId="2147479792"/>
            <ac:spMk id="3" creationId="{3BEE9FD0-96D9-99C8-5DB5-75CD8986FBF8}"/>
          </ac:spMkLst>
        </pc:spChg>
        <pc:picChg chg="add mod ord">
          <ac:chgData name="Alexander Kastil" userId="25853297-1418-4fc4-96ec-22f8bc83a64b" providerId="ADAL" clId="{B17EA56F-A8B5-4954-B011-50901DE9AA44}" dt="2025-09-30T16:12:35.692" v="1480" actId="22"/>
          <ac:picMkLst>
            <pc:docMk/>
            <pc:sldMk cId="3101823161" sldId="2147479792"/>
            <ac:picMk id="5" creationId="{752C6DD3-B70F-B9ED-B2F9-ABD9504CFE8E}"/>
          </ac:picMkLst>
        </pc:picChg>
      </pc:sldChg>
      <pc:sldChg chg="addSp delSp modSp new mod">
        <pc:chgData name="Alexander Kastil" userId="25853297-1418-4fc4-96ec-22f8bc83a64b" providerId="ADAL" clId="{B17EA56F-A8B5-4954-B011-50901DE9AA44}" dt="2025-09-30T16:13:32.803" v="1522" actId="22"/>
        <pc:sldMkLst>
          <pc:docMk/>
          <pc:sldMk cId="3206256692" sldId="2147479793"/>
        </pc:sldMkLst>
        <pc:spChg chg="mod">
          <ac:chgData name="Alexander Kastil" userId="25853297-1418-4fc4-96ec-22f8bc83a64b" providerId="ADAL" clId="{B17EA56F-A8B5-4954-B011-50901DE9AA44}" dt="2025-09-30T16:13:19.832" v="1521" actId="20577"/>
          <ac:spMkLst>
            <pc:docMk/>
            <pc:sldMk cId="3206256692" sldId="2147479793"/>
            <ac:spMk id="3" creationId="{FE4458CE-4D94-B7C4-241E-FCBC32012B5B}"/>
          </ac:spMkLst>
        </pc:spChg>
        <pc:picChg chg="add mod ord">
          <ac:chgData name="Alexander Kastil" userId="25853297-1418-4fc4-96ec-22f8bc83a64b" providerId="ADAL" clId="{B17EA56F-A8B5-4954-B011-50901DE9AA44}" dt="2025-09-30T16:13:32.803" v="1522" actId="22"/>
          <ac:picMkLst>
            <pc:docMk/>
            <pc:sldMk cId="3206256692" sldId="2147479793"/>
            <ac:picMk id="5" creationId="{328CDADC-6D0B-0B5C-6156-558A200B14B2}"/>
          </ac:picMkLst>
        </pc:picChg>
      </pc:sldChg>
      <pc:sldChg chg="addSp delSp modSp new mod modTransition modClrScheme chgLayout">
        <pc:chgData name="Alexander Kastil" userId="25853297-1418-4fc4-96ec-22f8bc83a64b" providerId="ADAL" clId="{B17EA56F-A8B5-4954-B011-50901DE9AA44}" dt="2025-09-30T16:21:20.475" v="1532" actId="26606"/>
        <pc:sldMkLst>
          <pc:docMk/>
          <pc:sldMk cId="2076533619" sldId="2147479794"/>
        </pc:sldMkLst>
        <pc:spChg chg="mod ord">
          <ac:chgData name="Alexander Kastil" userId="25853297-1418-4fc4-96ec-22f8bc83a64b" providerId="ADAL" clId="{B17EA56F-A8B5-4954-B011-50901DE9AA44}" dt="2025-09-30T16:21:20.475" v="1532" actId="26606"/>
          <ac:spMkLst>
            <pc:docMk/>
            <pc:sldMk cId="2076533619" sldId="2147479794"/>
            <ac:spMk id="2" creationId="{37F797CD-E1FC-4574-1467-3E67AA4A33AE}"/>
          </ac:spMkLst>
        </pc:spChg>
        <pc:picChg chg="add mod">
          <ac:chgData name="Alexander Kastil" userId="25853297-1418-4fc4-96ec-22f8bc83a64b" providerId="ADAL" clId="{B17EA56F-A8B5-4954-B011-50901DE9AA44}" dt="2025-09-30T16:21:20.475" v="1532" actId="26606"/>
          <ac:picMkLst>
            <pc:docMk/>
            <pc:sldMk cId="2076533619" sldId="2147479794"/>
            <ac:picMk id="7" creationId="{B860548B-4B66-55BF-E8F4-DCE91C48E655}"/>
          </ac:picMkLst>
        </pc:picChg>
      </pc:sldChg>
      <pc:sldChg chg="addSp delSp modSp new mod">
        <pc:chgData name="Alexander Kastil" userId="25853297-1418-4fc4-96ec-22f8bc83a64b" providerId="ADAL" clId="{B17EA56F-A8B5-4954-B011-50901DE9AA44}" dt="2025-09-30T16:22:29.985" v="1552" actId="1076"/>
        <pc:sldMkLst>
          <pc:docMk/>
          <pc:sldMk cId="2719052096" sldId="2147479795"/>
        </pc:sldMkLst>
        <pc:spChg chg="mod">
          <ac:chgData name="Alexander Kastil" userId="25853297-1418-4fc4-96ec-22f8bc83a64b" providerId="ADAL" clId="{B17EA56F-A8B5-4954-B011-50901DE9AA44}" dt="2025-09-30T16:21:47.737" v="1548" actId="20577"/>
          <ac:spMkLst>
            <pc:docMk/>
            <pc:sldMk cId="2719052096" sldId="2147479795"/>
            <ac:spMk id="2" creationId="{FFB07329-A8A2-9FE0-CB35-C15C8AF8430F}"/>
          </ac:spMkLst>
        </pc:spChg>
        <pc:picChg chg="add mod">
          <ac:chgData name="Alexander Kastil" userId="25853297-1418-4fc4-96ec-22f8bc83a64b" providerId="ADAL" clId="{B17EA56F-A8B5-4954-B011-50901DE9AA44}" dt="2025-09-30T16:22:29.985" v="1552" actId="1076"/>
          <ac:picMkLst>
            <pc:docMk/>
            <pc:sldMk cId="2719052096" sldId="2147479795"/>
            <ac:picMk id="5" creationId="{6A3DB297-CA74-16B5-40F0-1F32563F24D0}"/>
          </ac:picMkLst>
        </pc:picChg>
      </pc:sldChg>
      <pc:sldChg chg="addSp delSp modSp new mod">
        <pc:chgData name="Alexander Kastil" userId="25853297-1418-4fc4-96ec-22f8bc83a64b" providerId="ADAL" clId="{B17EA56F-A8B5-4954-B011-50901DE9AA44}" dt="2025-09-30T16:23:30.082" v="1562" actId="22"/>
        <pc:sldMkLst>
          <pc:docMk/>
          <pc:sldMk cId="3881635423" sldId="2147479796"/>
        </pc:sldMkLst>
        <pc:spChg chg="mod">
          <ac:chgData name="Alexander Kastil" userId="25853297-1418-4fc4-96ec-22f8bc83a64b" providerId="ADAL" clId="{B17EA56F-A8B5-4954-B011-50901DE9AA44}" dt="2025-09-30T16:23:16.088" v="1561" actId="20577"/>
          <ac:spMkLst>
            <pc:docMk/>
            <pc:sldMk cId="3881635423" sldId="2147479796"/>
            <ac:spMk id="3" creationId="{002F2B2D-309C-132E-492F-0F2CA4564D21}"/>
          </ac:spMkLst>
        </pc:spChg>
        <pc:picChg chg="add mod ord">
          <ac:chgData name="Alexander Kastil" userId="25853297-1418-4fc4-96ec-22f8bc83a64b" providerId="ADAL" clId="{B17EA56F-A8B5-4954-B011-50901DE9AA44}" dt="2025-09-30T16:23:30.082" v="1562" actId="22"/>
          <ac:picMkLst>
            <pc:docMk/>
            <pc:sldMk cId="3881635423" sldId="2147479796"/>
            <ac:picMk id="5" creationId="{B917CD43-3A46-D62A-1D34-09BDB9A115BD}"/>
          </ac:picMkLst>
        </pc:picChg>
      </pc:sldChg>
      <pc:sldChg chg="addSp delSp modSp new mod modTransition modClrScheme chgLayout">
        <pc:chgData name="Alexander Kastil" userId="25853297-1418-4fc4-96ec-22f8bc83a64b" providerId="ADAL" clId="{B17EA56F-A8B5-4954-B011-50901DE9AA44}" dt="2025-10-03T17:48:21.816" v="1662" actId="6549"/>
        <pc:sldMkLst>
          <pc:docMk/>
          <pc:sldMk cId="3778316520" sldId="2147479797"/>
        </pc:sldMkLst>
        <pc:spChg chg="mod">
          <ac:chgData name="Alexander Kastil" userId="25853297-1418-4fc4-96ec-22f8bc83a64b" providerId="ADAL" clId="{B17EA56F-A8B5-4954-B011-50901DE9AA44}" dt="2025-10-03T17:48:21.816" v="1662" actId="6549"/>
          <ac:spMkLst>
            <pc:docMk/>
            <pc:sldMk cId="3778316520" sldId="2147479797"/>
            <ac:spMk id="2" creationId="{C61A8A02-1A60-D0EF-F3EE-9F1511AE6132}"/>
          </ac:spMkLst>
        </pc:spChg>
        <pc:graphicFrameChg chg="add mod modGraphic">
          <ac:chgData name="Alexander Kastil" userId="25853297-1418-4fc4-96ec-22f8bc83a64b" providerId="ADAL" clId="{B17EA56F-A8B5-4954-B011-50901DE9AA44}" dt="2025-10-03T17:44:29.756" v="1644" actId="26606"/>
          <ac:graphicFrameMkLst>
            <pc:docMk/>
            <pc:sldMk cId="3778316520" sldId="2147479797"/>
            <ac:graphicFrameMk id="5" creationId="{A4F29E39-CF56-3677-D6EE-847DAD80D9A4}"/>
          </ac:graphicFrameMkLst>
        </pc:graphicFrameChg>
      </pc:sldChg>
      <pc:sldChg chg="addSp delSp modSp new mod">
        <pc:chgData name="Alexander Kastil" userId="25853297-1418-4fc4-96ec-22f8bc83a64b" providerId="ADAL" clId="{B17EA56F-A8B5-4954-B011-50901DE9AA44}" dt="2025-10-03T17:51:57.065" v="1695" actId="1076"/>
        <pc:sldMkLst>
          <pc:docMk/>
          <pc:sldMk cId="1935004579" sldId="2147479798"/>
        </pc:sldMkLst>
        <pc:spChg chg="mod">
          <ac:chgData name="Alexander Kastil" userId="25853297-1418-4fc4-96ec-22f8bc83a64b" providerId="ADAL" clId="{B17EA56F-A8B5-4954-B011-50901DE9AA44}" dt="2025-10-03T17:48:18.209" v="1661" actId="6549"/>
          <ac:spMkLst>
            <pc:docMk/>
            <pc:sldMk cId="1935004579" sldId="2147479798"/>
            <ac:spMk id="2" creationId="{36EC4C98-A1C2-4C06-B8C1-FC11F057E21F}"/>
          </ac:spMkLst>
        </pc:spChg>
        <pc:spChg chg="mod">
          <ac:chgData name="Alexander Kastil" userId="25853297-1418-4fc4-96ec-22f8bc83a64b" providerId="ADAL" clId="{B17EA56F-A8B5-4954-B011-50901DE9AA44}" dt="2025-10-03T17:49:32.963" v="1690" actId="2710"/>
          <ac:spMkLst>
            <pc:docMk/>
            <pc:sldMk cId="1935004579" sldId="2147479798"/>
            <ac:spMk id="3" creationId="{564299B6-DF00-203F-AB79-DDF7DF6143E0}"/>
          </ac:spMkLst>
        </pc:spChg>
        <pc:picChg chg="add mod">
          <ac:chgData name="Alexander Kastil" userId="25853297-1418-4fc4-96ec-22f8bc83a64b" providerId="ADAL" clId="{B17EA56F-A8B5-4954-B011-50901DE9AA44}" dt="2025-10-03T17:51:57.065" v="1695" actId="1076"/>
          <ac:picMkLst>
            <pc:docMk/>
            <pc:sldMk cId="1935004579" sldId="2147479798"/>
            <ac:picMk id="8" creationId="{6606EF92-6D47-C69C-B60C-D1B3962F21B7}"/>
          </ac:picMkLst>
        </pc:picChg>
      </pc:sldChg>
      <pc:sldChg chg="add">
        <pc:chgData name="Alexander Kastil" userId="25853297-1418-4fc4-96ec-22f8bc83a64b" providerId="ADAL" clId="{B17EA56F-A8B5-4954-B011-50901DE9AA44}" dt="2025-10-29T07:30:06.765" v="1787"/>
        <pc:sldMkLst>
          <pc:docMk/>
          <pc:sldMk cId="1364131604" sldId="2147479799"/>
        </pc:sldMkLst>
      </pc:sldChg>
      <pc:sldChg chg="add ord">
        <pc:chgData name="Alexander Kastil" userId="25853297-1418-4fc4-96ec-22f8bc83a64b" providerId="ADAL" clId="{B17EA56F-A8B5-4954-B011-50901DE9AA44}" dt="2025-10-29T07:31:12.107" v="1793"/>
        <pc:sldMkLst>
          <pc:docMk/>
          <pc:sldMk cId="594520904" sldId="2147479800"/>
        </pc:sldMkLst>
      </pc:sldChg>
      <pc:sldChg chg="add del">
        <pc:chgData name="Alexander Kastil" userId="25853297-1418-4fc4-96ec-22f8bc83a64b" providerId="ADAL" clId="{B17EA56F-A8B5-4954-B011-50901DE9AA44}" dt="2025-10-29T07:31:50.868" v="1795"/>
        <pc:sldMkLst>
          <pc:docMk/>
          <pc:sldMk cId="3312080760" sldId="2147479801"/>
        </pc:sldMkLst>
      </pc:sldChg>
      <pc:sldMasterChg chg="addSldLayout delSldLayout">
        <pc:chgData name="Alexander Kastil" userId="25853297-1418-4fc4-96ec-22f8bc83a64b" providerId="ADAL" clId="{B17EA56F-A8B5-4954-B011-50901DE9AA44}" dt="2025-09-14T18:38:18.193" v="446" actId="47"/>
        <pc:sldMasterMkLst>
          <pc:docMk/>
          <pc:sldMasterMk cId="3874831218" sldId="2147483931"/>
        </pc:sldMasterMkLst>
        <pc:sldLayoutChg chg="del">
          <pc:chgData name="Alexander Kastil" userId="25853297-1418-4fc4-96ec-22f8bc83a64b" providerId="ADAL" clId="{B17EA56F-A8B5-4954-B011-50901DE9AA44}" dt="2025-09-14T18:24:26.274" v="399" actId="47"/>
          <pc:sldLayoutMkLst>
            <pc:docMk/>
            <pc:sldMasterMk cId="3874831218" sldId="2147483931"/>
            <pc:sldLayoutMk cId="921678799" sldId="2147483947"/>
          </pc:sldLayoutMkLst>
        </pc:sldLayoutChg>
        <pc:sldLayoutChg chg="del">
          <pc:chgData name="Alexander Kastil" userId="25853297-1418-4fc4-96ec-22f8bc83a64b" providerId="ADAL" clId="{B17EA56F-A8B5-4954-B011-50901DE9AA44}" dt="2025-09-14T18:37:32.993" v="443" actId="47"/>
          <pc:sldLayoutMkLst>
            <pc:docMk/>
            <pc:sldMasterMk cId="3874831218" sldId="2147483931"/>
            <pc:sldLayoutMk cId="2070097745" sldId="2147483948"/>
          </pc:sldLayoutMkLst>
        </pc:sldLayoutChg>
        <pc:sldLayoutChg chg="del">
          <pc:chgData name="Alexander Kastil" userId="25853297-1418-4fc4-96ec-22f8bc83a64b" providerId="ADAL" clId="{B17EA56F-A8B5-4954-B011-50901DE9AA44}" dt="2025-09-14T18:38:18.193" v="446" actId="47"/>
          <pc:sldLayoutMkLst>
            <pc:docMk/>
            <pc:sldMasterMk cId="3874831218" sldId="2147483931"/>
            <pc:sldLayoutMk cId="3751135510" sldId="2147483949"/>
          </pc:sldLayoutMkLst>
        </pc:sldLayoutChg>
        <pc:sldLayoutChg chg="add del">
          <pc:chgData name="Alexander Kastil" userId="25853297-1418-4fc4-96ec-22f8bc83a64b" providerId="ADAL" clId="{B17EA56F-A8B5-4954-B011-50901DE9AA44}" dt="2025-09-14T18:27:20.185" v="407" actId="47"/>
          <pc:sldLayoutMkLst>
            <pc:docMk/>
            <pc:sldMasterMk cId="3874831218" sldId="2147483931"/>
            <pc:sldLayoutMk cId="2314891399" sldId="2147483951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C47BF2-DC06-4EAF-BD78-C0E848E8B1BB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39CEE3-8D04-4303-8988-24E2FD32C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588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07533" y="6506084"/>
            <a:ext cx="7021975" cy="442052"/>
          </a:xfrm>
        </p:spPr>
        <p:txBody>
          <a:bodyPr lIns="91440" rIns="91440">
            <a:normAutofit/>
          </a:bodyPr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0CA71B0-6850-487C-8D32-71F9A0B1E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175" y="229745"/>
            <a:ext cx="11625942" cy="81332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15437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T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0">
            <a:extLst>
              <a:ext uri="{FF2B5EF4-FFF2-40B4-BE49-F238E27FC236}">
                <a16:creationId xmlns:a16="http://schemas.microsoft.com/office/drawing/2014/main" id="{A0CA71B0-6850-487C-8D32-71F9A0B1E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B061ED1-DB46-45AE-BC27-5631012C2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B42-7EB3-4A6F-8DA9-A08B47F270A6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273DBF0-6C1F-4B77-8910-4E36CE862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09B6AE7-782E-4E05-8414-EE6736AD1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BCB7E45F-F80D-4415-A1B2-08976FC07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00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9183" y="1391478"/>
            <a:ext cx="11558520" cy="44776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182" y="135604"/>
            <a:ext cx="11558521" cy="901535"/>
          </a:xfrm>
          <a:ln>
            <a:noFill/>
          </a:ln>
        </p:spPr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B42-7EB3-4A6F-8DA9-A08B47F270A6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20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341" y="744150"/>
            <a:ext cx="10829676" cy="3443537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5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B42-7EB3-4A6F-8DA9-A08B47F270A6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BCB7E45F-F80D-4415-A1B2-08976FC074B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24D5AE-C695-45B0-A9BB-08920B104565}"/>
              </a:ext>
            </a:extLst>
          </p:cNvPr>
          <p:cNvSpPr/>
          <p:nvPr/>
        </p:nvSpPr>
        <p:spPr>
          <a:xfrm>
            <a:off x="706342" y="4285707"/>
            <a:ext cx="10829676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84592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57299" y="286603"/>
            <a:ext cx="11590317" cy="66738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7299" y="1389413"/>
            <a:ext cx="5777740" cy="44796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421081"/>
            <a:ext cx="5351228" cy="44480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B42-7EB3-4A6F-8DA9-A08B47F270A6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BCB7E45F-F80D-4415-A1B2-08976FC07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1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77091" y="286604"/>
            <a:ext cx="11586358" cy="6752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090" y="1360095"/>
            <a:ext cx="5757949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091" y="2315688"/>
            <a:ext cx="5757949" cy="36448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4723" y="1360095"/>
            <a:ext cx="558872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19" y="2315688"/>
            <a:ext cx="5645529" cy="36448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B42-7EB3-4A6F-8DA9-A08B47F270A6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BCB7E45F-F80D-4415-A1B2-08976FC07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892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bg1">
            <a:tint val="90000"/>
            <a:shade val="97000"/>
            <a:satMod val="1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5DE9D9-6269-07AD-A073-59EC0E7B5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B42-7EB3-4A6F-8DA9-A08B47F270A6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CB8053-18CF-005C-0809-76B586B4C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8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90755" y="1435496"/>
            <a:ext cx="11575375" cy="45081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93859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op horizontal photo, subheads,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F456F5C-E654-C0BD-30BA-55CC632F07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956104"/>
            <a:ext cx="536442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AE74A98-D9A9-7258-AB00-FA281DFC7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5357443"/>
            <a:ext cx="536217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A2D886A-4337-E9FA-7DBB-9D84D80A3A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956104"/>
            <a:ext cx="535649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41A1665-88FA-58ED-F1C0-48840A180A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5" y="5357442"/>
            <a:ext cx="535759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F55E03-DF85-0E93-780C-71A8898D2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6624839F-BBCE-45B6-246E-E8C737903DF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1152766"/>
            <a:ext cx="12192000" cy="344463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7778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eme 1 - Light with title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3DD82-FC40-C843-193F-F757422AB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709722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AT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AT" sz="2400"/>
          </a:p>
        </p:txBody>
      </p:sp>
    </p:spTree>
    <p:extLst>
      <p:ext uri="{BB962C8B-B14F-4D97-AF65-F5344CB8AC3E}">
        <p14:creationId xmlns:p14="http://schemas.microsoft.com/office/powerpoint/2010/main" val="35791371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T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T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0755" y="195759"/>
            <a:ext cx="11575375" cy="8133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755" y="1381585"/>
            <a:ext cx="11575376" cy="448750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0511B42-7EB3-4A6F-8DA9-A08B47F270A6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4E1F7-F00B-4378-A49F-4FCBAF30404E}"/>
              </a:ext>
            </a:extLst>
          </p:cNvPr>
          <p:cNvSpPr/>
          <p:nvPr/>
        </p:nvSpPr>
        <p:spPr>
          <a:xfrm flipV="1">
            <a:off x="290755" y="1040495"/>
            <a:ext cx="11575376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T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DF6F6-28BD-41AA-B9AB-F15D1CDB52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2685" y="6477928"/>
            <a:ext cx="1097847" cy="302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483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45" r:id="rId2"/>
    <p:sldLayoutId id="2147483933" r:id="rId3"/>
    <p:sldLayoutId id="2147483934" r:id="rId4"/>
    <p:sldLayoutId id="2147483935" r:id="rId5"/>
    <p:sldLayoutId id="2147483936" r:id="rId6"/>
    <p:sldLayoutId id="2147483938" r:id="rId7"/>
    <p:sldLayoutId id="2147483946" r:id="rId8"/>
    <p:sldLayoutId id="2147483950" r:id="rId9"/>
    <p:sldLayoutId id="2147483951" r:id="rId10"/>
    <p:sldLayoutId id="214748395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AT" noProof="0" dirty="0"/>
          </a:p>
          <a:p>
            <a:pPr algn="ctr"/>
            <a:r>
              <a:rPr lang="en-US" noProof="0" dirty="0"/>
              <a:t>alexander.</a:t>
            </a:r>
            <a:r>
              <a:rPr lang="en-US" dirty="0"/>
              <a:t>Kastil</a:t>
            </a:r>
            <a:r>
              <a:rPr lang="en-US" noProof="0" dirty="0"/>
              <a:t>@integrations.at</a:t>
            </a:r>
          </a:p>
          <a:p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ea typeface="Calibri Light"/>
                <a:cs typeface="Calibri Light"/>
              </a:rPr>
              <a:t>Microsoft 365 Copilot Cowork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92D5E7-5A07-EB14-8BC5-FF4C1EC5C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820" y="1340128"/>
            <a:ext cx="2743341" cy="2514729"/>
          </a:xfrm>
          <a:prstGeom prst="rect">
            <a:avLst/>
          </a:prstGeom>
        </p:spPr>
      </p:pic>
      <p:pic>
        <p:nvPicPr>
          <p:cNvPr id="1028" name="Picture 4" descr="Ai assistant - Free technology icons">
            <a:extLst>
              <a:ext uri="{FF2B5EF4-FFF2-40B4-BE49-F238E27FC236}">
                <a16:creationId xmlns:a16="http://schemas.microsoft.com/office/drawing/2014/main" id="{BA57358B-7CB1-A74E-D7FF-FD19D2595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840" y="1609847"/>
            <a:ext cx="2245010" cy="2245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5564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19020"/>
          <a:stretch>
            <a:fillRect/>
          </a:stretch>
        </p:blipFill>
        <p:spPr>
          <a:xfrm>
            <a:off x="660400" y="304800"/>
            <a:ext cx="1524000" cy="1524000"/>
          </a:xfrm>
          <a:prstGeom prst="ellipse">
            <a:avLst/>
          </a:prstGeom>
          <a:ln w="12700">
            <a:solidFill>
              <a:srgbClr val="3257B8"/>
            </a:solidFill>
          </a:ln>
        </p:spPr>
      </p:pic>
      <p:sp>
        <p:nvSpPr>
          <p:cNvPr id="7" name="Text 1"/>
          <p:cNvSpPr/>
          <p:nvPr/>
        </p:nvSpPr>
        <p:spPr>
          <a:xfrm>
            <a:off x="2421467" y="304800"/>
            <a:ext cx="9127067" cy="643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733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Alexander Kastil</a:t>
            </a:r>
            <a:endParaRPr lang="en-US" sz="3733" dirty="0"/>
          </a:p>
        </p:txBody>
      </p:sp>
      <p:sp>
        <p:nvSpPr>
          <p:cNvPr id="8" name="Text 2"/>
          <p:cNvSpPr/>
          <p:nvPr/>
        </p:nvSpPr>
        <p:spPr>
          <a:xfrm>
            <a:off x="2421467" y="982133"/>
            <a:ext cx="9127067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133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Agentic AI — From Strategy to Production</a:t>
            </a:r>
            <a:endParaRPr lang="en-US" sz="2133" dirty="0"/>
          </a:p>
        </p:txBody>
      </p:sp>
      <p:sp>
        <p:nvSpPr>
          <p:cNvPr id="11" name="Text 5"/>
          <p:cNvSpPr/>
          <p:nvPr/>
        </p:nvSpPr>
        <p:spPr>
          <a:xfrm>
            <a:off x="660400" y="6553200"/>
            <a:ext cx="10871200" cy="237067"/>
          </a:xfrm>
          <a:prstGeom prst="rect">
            <a:avLst/>
          </a:prstGeom>
          <a:noFill/>
          <a:ln/>
        </p:spPr>
        <p:txBody>
          <a:bodyPr wrap="square" lIns="0" tIns="0" rIns="0" bIns="0" anchor="t" anchorCtr="0"/>
          <a:lstStyle/>
          <a:p>
            <a:r>
              <a:rPr lang="en-US" sz="1133" dirty="0">
                <a:solidFill>
                  <a:srgbClr val="9999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integrations.at  |  alexander.kastil@integrations.at  |  linkedin.com/in/alexander-kastil  |  github.com/alexander-kastil</a:t>
            </a:r>
            <a:endParaRPr lang="en-US" sz="1133" dirty="0"/>
          </a:p>
        </p:txBody>
      </p:sp>
      <p:pic>
        <p:nvPicPr>
          <p:cNvPr id="12" name="Picture 11" descr="Agentic AI Business Solutions Architect">
            <a:extLst>
              <a:ext uri="{FF2B5EF4-FFF2-40B4-BE49-F238E27FC236}">
                <a16:creationId xmlns:a16="http://schemas.microsoft.com/office/drawing/2014/main" id="{E4139671-8EBD-9272-C87E-891C6362E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2134" y="5164667"/>
            <a:ext cx="982133" cy="982133"/>
          </a:xfrm>
          <a:prstGeom prst="rect">
            <a:avLst/>
          </a:prstGeom>
        </p:spPr>
      </p:pic>
      <p:pic>
        <p:nvPicPr>
          <p:cNvPr id="13" name="Picture 12" descr="Azure AI Engineer Associate">
            <a:extLst>
              <a:ext uri="{FF2B5EF4-FFF2-40B4-BE49-F238E27FC236}">
                <a16:creationId xmlns:a16="http://schemas.microsoft.com/office/drawing/2014/main" id="{A7AC9679-86C2-7AD2-E395-97E1082A16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667" y="5164667"/>
            <a:ext cx="982133" cy="982133"/>
          </a:xfrm>
          <a:prstGeom prst="rect">
            <a:avLst/>
          </a:prstGeom>
        </p:spPr>
      </p:pic>
      <p:pic>
        <p:nvPicPr>
          <p:cNvPr id="14" name="Picture 13" descr="Azure Developer Associate">
            <a:extLst>
              <a:ext uri="{FF2B5EF4-FFF2-40B4-BE49-F238E27FC236}">
                <a16:creationId xmlns:a16="http://schemas.microsoft.com/office/drawing/2014/main" id="{225C0DE5-7FBE-1DB2-83A5-4A4B804847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9200" y="5164667"/>
            <a:ext cx="982133" cy="982133"/>
          </a:xfrm>
          <a:prstGeom prst="rect">
            <a:avLst/>
          </a:prstGeom>
        </p:spPr>
      </p:pic>
      <p:pic>
        <p:nvPicPr>
          <p:cNvPr id="15" name="Picture 14" descr="Azure DevOps Engineer Expert">
            <a:extLst>
              <a:ext uri="{FF2B5EF4-FFF2-40B4-BE49-F238E27FC236}">
                <a16:creationId xmlns:a16="http://schemas.microsoft.com/office/drawing/2014/main" id="{519700F9-4D2C-62F0-0B39-9740647DBE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7734" y="5164667"/>
            <a:ext cx="982133" cy="982133"/>
          </a:xfrm>
          <a:prstGeom prst="rect">
            <a:avLst/>
          </a:prstGeom>
        </p:spPr>
      </p:pic>
      <p:sp>
        <p:nvSpPr>
          <p:cNvPr id="27" name="Topic1Bg"/>
          <p:cNvSpPr>
            <a:spLocks noGrp="1"/>
          </p:cNvSpPr>
          <p:nvPr/>
        </p:nvSpPr>
        <p:spPr>
          <a:xfrm>
            <a:off x="660400" y="2260600"/>
            <a:ext cx="5350933" cy="1168400"/>
          </a:xfrm>
          <a:prstGeom prst="rect">
            <a:avLst/>
          </a:prstGeom>
          <a:solidFill>
            <a:srgbClr val="FBFCFE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28" name="Topic1Num"/>
          <p:cNvSpPr>
            <a:spLocks noGrp="1"/>
          </p:cNvSpPr>
          <p:nvPr/>
        </p:nvSpPr>
        <p:spPr>
          <a:xfrm>
            <a:off x="863600" y="2624667"/>
            <a:ext cx="440267" cy="440267"/>
          </a:xfrm>
          <a:prstGeom prst="rect">
            <a:avLst/>
          </a:prstGeom>
          <a:solidFill>
            <a:srgbClr val="15213F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01</a:t>
            </a:r>
            <a:endParaRPr lang="en-US" sz="1333" dirty="0"/>
          </a:p>
        </p:txBody>
      </p:sp>
      <p:sp>
        <p:nvSpPr>
          <p:cNvPr id="29" name="Topic1Text"/>
          <p:cNvSpPr txBox="1">
            <a:spLocks noGrp="1"/>
          </p:cNvSpPr>
          <p:nvPr/>
        </p:nvSpPr>
        <p:spPr>
          <a:xfrm>
            <a:off x="1473200" y="2463800"/>
            <a:ext cx="4334933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spcAft>
                <a:spcPts val="267"/>
              </a:spcAft>
            </a:pPr>
            <a:r>
              <a:rPr lang="en-US" sz="16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Transformation</a:t>
            </a:r>
          </a:p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476FD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Value Discovery, KPI Mapping &amp; Roadmap</a:t>
            </a:r>
            <a:endParaRPr lang="en-US" sz="1333" dirty="0"/>
          </a:p>
        </p:txBody>
      </p:sp>
      <p:sp>
        <p:nvSpPr>
          <p:cNvPr id="30" name="Topic2Bg"/>
          <p:cNvSpPr>
            <a:spLocks noGrp="1"/>
          </p:cNvSpPr>
          <p:nvPr/>
        </p:nvSpPr>
        <p:spPr>
          <a:xfrm>
            <a:off x="6180667" y="2260600"/>
            <a:ext cx="5350933" cy="1168400"/>
          </a:xfrm>
          <a:prstGeom prst="rect">
            <a:avLst/>
          </a:prstGeom>
          <a:solidFill>
            <a:srgbClr val="FBFCFE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31" name="Topic2Num"/>
          <p:cNvSpPr>
            <a:spLocks noGrp="1"/>
          </p:cNvSpPr>
          <p:nvPr/>
        </p:nvSpPr>
        <p:spPr>
          <a:xfrm>
            <a:off x="6383867" y="2624667"/>
            <a:ext cx="440267" cy="440267"/>
          </a:xfrm>
          <a:prstGeom prst="rect">
            <a:avLst/>
          </a:prstGeom>
          <a:solidFill>
            <a:srgbClr val="15213F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02</a:t>
            </a:r>
            <a:endParaRPr lang="en-US" sz="1333" dirty="0"/>
          </a:p>
        </p:txBody>
      </p:sp>
      <p:sp>
        <p:nvSpPr>
          <p:cNvPr id="32" name="Topic2Text"/>
          <p:cNvSpPr txBox="1">
            <a:spLocks noGrp="1"/>
          </p:cNvSpPr>
          <p:nvPr/>
        </p:nvSpPr>
        <p:spPr>
          <a:xfrm>
            <a:off x="6993467" y="2463800"/>
            <a:ext cx="4334933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spcAft>
                <a:spcPts val="267"/>
              </a:spcAft>
            </a:pPr>
            <a:r>
              <a:rPr lang="en-US" sz="16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Agentic Architecture</a:t>
            </a:r>
          </a:p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476FD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&amp; Business Process Design</a:t>
            </a:r>
            <a:endParaRPr lang="en-US" sz="1333" dirty="0"/>
          </a:p>
        </p:txBody>
      </p:sp>
      <p:sp>
        <p:nvSpPr>
          <p:cNvPr id="33" name="Topic3Bg"/>
          <p:cNvSpPr>
            <a:spLocks noGrp="1"/>
          </p:cNvSpPr>
          <p:nvPr/>
        </p:nvSpPr>
        <p:spPr>
          <a:xfrm>
            <a:off x="660400" y="3564467"/>
            <a:ext cx="5350933" cy="1168400"/>
          </a:xfrm>
          <a:prstGeom prst="rect">
            <a:avLst/>
          </a:prstGeom>
          <a:solidFill>
            <a:srgbClr val="FBFCFE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34" name="Topic3Num"/>
          <p:cNvSpPr>
            <a:spLocks noGrp="1"/>
          </p:cNvSpPr>
          <p:nvPr/>
        </p:nvSpPr>
        <p:spPr>
          <a:xfrm>
            <a:off x="863600" y="3928533"/>
            <a:ext cx="440267" cy="440267"/>
          </a:xfrm>
          <a:prstGeom prst="rect">
            <a:avLst/>
          </a:prstGeom>
          <a:solidFill>
            <a:srgbClr val="15213F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03</a:t>
            </a:r>
            <a:endParaRPr lang="en-US" sz="1333" dirty="0"/>
          </a:p>
        </p:txBody>
      </p:sp>
      <p:sp>
        <p:nvSpPr>
          <p:cNvPr id="35" name="Topic3Text"/>
          <p:cNvSpPr txBox="1">
            <a:spLocks noGrp="1"/>
          </p:cNvSpPr>
          <p:nvPr/>
        </p:nvSpPr>
        <p:spPr>
          <a:xfrm>
            <a:off x="1473200" y="3767667"/>
            <a:ext cx="4334933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spcAft>
                <a:spcPts val="267"/>
              </a:spcAft>
            </a:pPr>
            <a:r>
              <a:rPr lang="en-US" sz="16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Agentic Software Engineering</a:t>
            </a:r>
          </a:p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476FD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Claude Code &amp; GitHub Copilot</a:t>
            </a:r>
            <a:endParaRPr lang="en-US" sz="1333" dirty="0"/>
          </a:p>
        </p:txBody>
      </p:sp>
      <p:sp>
        <p:nvSpPr>
          <p:cNvPr id="36" name="Topic4Bg"/>
          <p:cNvSpPr>
            <a:spLocks noGrp="1"/>
          </p:cNvSpPr>
          <p:nvPr/>
        </p:nvSpPr>
        <p:spPr>
          <a:xfrm>
            <a:off x="6180667" y="3564467"/>
            <a:ext cx="5350933" cy="1168400"/>
          </a:xfrm>
          <a:prstGeom prst="rect">
            <a:avLst/>
          </a:prstGeom>
          <a:solidFill>
            <a:srgbClr val="FBFCFE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37" name="Topic4Num"/>
          <p:cNvSpPr>
            <a:spLocks noGrp="1"/>
          </p:cNvSpPr>
          <p:nvPr/>
        </p:nvSpPr>
        <p:spPr>
          <a:xfrm>
            <a:off x="6383867" y="3928533"/>
            <a:ext cx="440267" cy="440267"/>
          </a:xfrm>
          <a:prstGeom prst="rect">
            <a:avLst/>
          </a:prstGeom>
          <a:solidFill>
            <a:srgbClr val="15213F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04</a:t>
            </a:r>
            <a:endParaRPr lang="en-US" sz="1333" dirty="0"/>
          </a:p>
        </p:txBody>
      </p:sp>
      <p:sp>
        <p:nvSpPr>
          <p:cNvPr id="38" name="Topic4Text"/>
          <p:cNvSpPr txBox="1">
            <a:spLocks noGrp="1"/>
          </p:cNvSpPr>
          <p:nvPr/>
        </p:nvSpPr>
        <p:spPr>
          <a:xfrm>
            <a:off x="6993467" y="3767667"/>
            <a:ext cx="4334933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spcAft>
                <a:spcPts val="267"/>
              </a:spcAft>
            </a:pPr>
            <a:r>
              <a:rPr lang="en-US" sz="16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Training &amp; Team Enablement</a:t>
            </a:r>
          </a:p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476FD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Hands-on workshops to make AI stick</a:t>
            </a:r>
            <a:endParaRPr lang="en-US" sz="1333" dirty="0"/>
          </a:p>
        </p:txBody>
      </p:sp>
      <p:pic>
        <p:nvPicPr>
          <p:cNvPr id="4" name="Picture Placeholder 6">
            <a:extLst>
              <a:ext uri="{FF2B5EF4-FFF2-40B4-BE49-F238E27FC236}">
                <a16:creationId xmlns:a16="http://schemas.microsoft.com/office/drawing/2014/main" id="{C27EE578-02B5-F4D2-1E82-F52C2BFEBA8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67" r="667"/>
          <a:stretch/>
        </p:blipFill>
        <p:spPr>
          <a:xfrm>
            <a:off x="2093900" y="5108109"/>
            <a:ext cx="1069848" cy="106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27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99182" y="1433027"/>
            <a:ext cx="10580282" cy="4197600"/>
          </a:xfrm>
        </p:spPr>
        <p:txBody>
          <a:bodyPr vert="horz" lIns="0" tIns="45720" rIns="0" bIns="45720" rtlCol="0" anchor="t">
            <a:normAutofit/>
          </a:bodyPr>
          <a:lstStyle/>
          <a:p>
            <a:pPr marL="927608" lvl="1" indent="-342900" fontAlgn="base">
              <a:lnSpc>
                <a:spcPct val="150000"/>
              </a:lnSpc>
            </a:pPr>
            <a:r>
              <a:rPr lang="en-US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Getting Started with Cowork</a:t>
            </a:r>
            <a:endParaRPr lang="en-AT" dirty="0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  <a:p>
            <a:pPr marL="927608" lvl="1" indent="-342900" fontAlgn="base">
              <a:lnSpc>
                <a:spcPct val="150000"/>
              </a:lnSpc>
            </a:pPr>
            <a:r>
              <a:rPr lang="en-US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Understanding Skills: Built-in Skills &amp; the Side Panel</a:t>
            </a:r>
            <a:endParaRPr lang="en-AT" dirty="0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  <a:p>
            <a:pPr marL="927608" lvl="1" indent="-342900" fontAlgn="base">
              <a:lnSpc>
                <a:spcPct val="150000"/>
              </a:lnSpc>
            </a:pPr>
            <a:r>
              <a:rPr lang="en-US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Creating Custom Skills with SKILL.md</a:t>
            </a:r>
            <a:endParaRPr lang="en-AT" dirty="0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  <a:p>
            <a:pPr marL="927608" lvl="1" indent="-342900" fontAlgn="base">
              <a:lnSpc>
                <a:spcPct val="150000"/>
              </a:lnSpc>
            </a:pPr>
            <a:r>
              <a:rPr lang="en-US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Scheduling Prompts &amp; Recurring Automation</a:t>
            </a:r>
            <a:endParaRPr lang="en-AT" dirty="0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  <a:p>
            <a:pPr marL="927608" lvl="1" indent="-342900" fontAlgn="base">
              <a:lnSpc>
                <a:spcPct val="150000"/>
              </a:lnSpc>
            </a:pPr>
            <a:r>
              <a:rPr lang="en-US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Extending Cowork with Plugins</a:t>
            </a:r>
            <a:endParaRPr lang="en-AT" dirty="0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  <a:p>
            <a:pPr marL="927608" lvl="1" indent="-342900" fontAlgn="base">
              <a:lnSpc>
                <a:spcPct val="150000"/>
              </a:lnSpc>
            </a:pPr>
            <a:r>
              <a:rPr lang="en-US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Human-in-the-Loop: Approving Actions &amp; Staying in Control</a:t>
            </a:r>
            <a:endParaRPr lang="en-AT" dirty="0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814925833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E0F960A1-D97D-74E3-9B8E-243C4DB7E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6600" dirty="0"/>
              <a:t>Getting Started with Cowork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18FF93-0BD2-FD53-D89C-D31DCEE7E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CB40F11-4ED0-6F17-0F83-CA9D264DF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Cowork Is</a:t>
            </a:r>
            <a:endParaRPr lang="en-A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D7FD0-768F-149F-8DB5-817F4E4E5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7299" y="0"/>
            <a:ext cx="11590317" cy="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dirty="0"/>
              <a:t>Agentic AI that does multi-step work across Microsoft 365 on your behalf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You describe an outcome in plain language; Cowork plans and executes the steps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Generally available since June 2026 to all Microsoft 365 Copilot tenants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Runs on Anthropic (Claude) models; you approve before anything is sent or saved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CB40F11-4ED0-6F17-0F83-CA9D264DF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Cowork vs Copilot Chat</a:t>
            </a:r>
            <a:endParaRPr lang="en-A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D7FD0-768F-149F-8DB5-817F4E4E5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7299" y="0"/>
            <a:ext cx="11590317" cy="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dirty="0"/>
              <a:t>Copilot Chat: fast, single-session drafting, summarizing, and answering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Cowork: end-to-end, multi-step work across apps (minutes to hours)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Chat is your thought partner; Cowork is the colleague who does the work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Reach for Cowork when you need action taken, not just a suggestion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CB40F11-4ED0-6F17-0F83-CA9D264DF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Access, Models &amp; the Interaction Loop</a:t>
            </a:r>
            <a:endParaRPr lang="en-A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D7FD0-768F-149F-8DB5-817F4E4E5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7299" y="0"/>
            <a:ext cx="11590317" cy="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dirty="0"/>
              <a:t>Use it in the browser (m365.cloud.microsoft), Outlook, Teams, desktop, and mobile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Model picker: Claude Opus 4.8, Sonnet 5, Fable 5 (preview), or let Cowork decide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Describe the task, watch it work step by step, and steer at any time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It pauses for approval before sensitive actions, each marked with a risk level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E0F960A1-D97D-74E3-9B8E-243C4DB7E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6600" dirty="0"/>
              <a:t>Understanding Skills: Built-in Skills &amp; the Side Panel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18FF93-0BD2-FD53-D89C-D31DCEE7E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CB40F11-4ED0-6F17-0F83-CA9D264DF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Built-in Skill Catalog</a:t>
            </a:r>
            <a:endParaRPr lang="en-A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D7FD0-768F-149F-8DB5-817F4E4E5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7299" y="0"/>
            <a:ext cx="11590317" cy="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dirty="0"/>
              <a:t>Word, Excel, PowerPoint, PDF, Email, Scheduling, Calendar, and Meetings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Daily Briefing, Enterprise Search, Deep Research, Communications, Adaptive Cards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Cowork loads the right skills automatically from the task you describe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You never pick a skill by name; its description decides when it fires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CB40F11-4ED0-6F17-0F83-CA9D264DF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Side Panel &amp; Where Skills Come From</a:t>
            </a:r>
            <a:endParaRPr lang="en-A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D7FD0-768F-149F-8DB5-817F4E4E5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7299" y="0"/>
            <a:ext cx="11590317" cy="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dirty="0"/>
              <a:t>The side panel is a live view of which skills are active at each step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Watch it to see how Cowork decomposes a request into an ordered plan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Four sources: built-in, your custom skills, plugins, and admin-deployed plugins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All surface in the same panel and activate the same way, from the task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E0F960A1-D97D-74E3-9B8E-243C4DB7E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6600" dirty="0"/>
              <a:t>Creating Custom Skills with SKILL.md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18FF93-0BD2-FD53-D89C-D31DCEE7E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CB40F11-4ED0-6F17-0F83-CA9D264DF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Author a Skill in Plain Language</a:t>
            </a:r>
            <a:endParaRPr lang="en-A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D7FD0-768F-149F-8DB5-817F4E4E5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7299" y="0"/>
            <a:ext cx="11590317" cy="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dirty="0"/>
              <a:t>A skill is a name, a description, and plain-language instructions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Store it at OneDrive /Documents/Cowork/skills/&lt;name&gt;/SKILL.md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The name is kebab-case and must match the folder name exactly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Up to 50 custom skills; Cowork discovers them at the start of each session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CB40F11-4ED0-6F17-0F83-CA9D264DF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Description Is the Trigger</a:t>
            </a:r>
            <a:endParaRPr lang="en-A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D7FD0-768F-149F-8DB5-817F4E4E5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7299" y="0"/>
            <a:ext cx="11590317" cy="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dirty="0"/>
              <a:t>Cowork reads the description to decide when a skill applies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Be specific and trigger-oriented; a vague description rarely fires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Add companion files (templates, references) next to the SKILL.md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Create one from the Customize page, in chat, or by adding the file in OneDrive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E0F960A1-D97D-74E3-9B8E-243C4DB7E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6600" dirty="0"/>
              <a:t>Scheduling Prompts &amp; Recurring Automation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18FF93-0BD2-FD53-D89C-D31DCEE7E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CB40F11-4ED0-6F17-0F83-CA9D264DF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Run Any Prompt on a Schedule</a:t>
            </a:r>
            <a:endParaRPr lang="en-A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D7FD0-768F-149F-8DB5-817F4E4E5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7299" y="0"/>
            <a:ext cx="11590317" cy="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dirty="0"/>
              <a:t>Write the prompt once, then set a recurrence (daily, weekly, or monthly)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Cowork runs it automatically and delivers the result at each interval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Manage everything from the Scheduled tab: pause, edit, or delete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Point a schedule at a custom skill: the skill is the how, the schedule the when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CB40F11-4ED0-6F17-0F83-CA9D264DF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Automation Still Stops for Approval</a:t>
            </a:r>
            <a:endParaRPr lang="en-A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D7FD0-768F-149F-8DB5-817F4E4E5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7299" y="0"/>
            <a:ext cx="11590317" cy="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dirty="0"/>
              <a:t>Scheduling the run does not schedule the send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High-risk steps (email, Teams post) still pause for your go-ahead each time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Automation removes the repetitive work, not your control over what leaves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Good candidates: daily briefings, weekly status reports, monthly digests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E0F960A1-D97D-74E3-9B8E-243C4DB7E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6600" dirty="0"/>
              <a:t>Extending Cowork with Plugins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18FF93-0BD2-FD53-D89C-D31DCEE7E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CB40F11-4ED0-6F17-0F83-CA9D264DF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Plugins Add</a:t>
            </a:r>
            <a:endParaRPr lang="en-A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D7FD0-768F-149F-8DB5-817F4E4E5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7299" y="0"/>
            <a:ext cx="11590317" cy="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dirty="0"/>
              <a:t>Plugins reach beyond Microsoft 365 to external data and specialized expertise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 plugin bundles agent skills and connectors in the open SKILL.md format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Marketplace plugins: Dynamics 365, Fabric IQ, Jira, Salesforce, ServiceNow, SAP, Workday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Admins can deploy plugins organization-wide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CB40F11-4ED0-6F17-0F83-CA9D264DF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Installing &amp; Managing Plugins</a:t>
            </a:r>
            <a:endParaRPr lang="en-A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D7FD0-768F-149F-8DB5-817F4E4E5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7299" y="0"/>
            <a:ext cx="11590317" cy="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dirty="0"/>
              <a:t>Add plugins from the Microsoft 365 marketplace on the Customize page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Once added, plugin skills appear beside built-in skills and load automatically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Toggle plugins per conversation from the Sources &amp; Skills panel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The community also publishes ready-to-install Cowork plugins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E0F960A1-D97D-74E3-9B8E-243C4DB7E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6600" dirty="0"/>
              <a:t>Human-in-the-Loop: Approving Actions &amp; Staying in Control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18FF93-0BD2-FD53-D89C-D31DCEE7E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CB40F11-4ED0-6F17-0F83-CA9D264DF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Approval Model &amp; Risk Levels</a:t>
            </a:r>
            <a:endParaRPr lang="en-A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D7FD0-768F-149F-8DB5-817F4E4E5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7299" y="0"/>
            <a:ext cx="11590317" cy="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dirty="0"/>
              <a:t>Cowork pauses before anything that leaves a mark: send, post, or save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Each action button reflects exactly what will happen; nothing commits until you confirm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Risk levels: Low (draft, search), Medium (save, schedule), High (send, post)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Allow similar actions for the rest of a session to skip repeat prompts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CB40F11-4ED0-6F17-0F83-CA9D264DF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Steer, Rate &amp; Govern</a:t>
            </a:r>
            <a:endParaRPr lang="en-A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D7FD0-768F-149F-8DB5-817F4E4E5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7299" y="0"/>
            <a:ext cx="11590317" cy="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dirty="0"/>
              <a:t>Pause, resume, cancel, or interrupt to redirect an active task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Rate responses with thumbs and leave inline comments to correct them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Admins set agent availability (all, specific groups, or blocked) in the admin center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Spending policies with monthly and per-user limits cap Copilot Credit usage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5 Security &amp; Routing using NgRx.pptx" id="{62AF79E2-E65B-415E-BAC5-F60187208829}" vid="{215D36A1-9DFD-4318-8953-750E804E8F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04e5094-9ead-4a7d-8770-05c20b3975be">
      <Terms xmlns="http://schemas.microsoft.com/office/infopath/2007/PartnerControls"/>
    </lcf76f155ced4ddcb4097134ff3c332f>
    <TaxCatchAll xmlns="bb8fcec4-a3c8-4d93-9d87-c6ea12a4078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C51C45C11C7E4294F4C9BB3333D9AB" ma:contentTypeVersion="18" ma:contentTypeDescription="Create a new document." ma:contentTypeScope="" ma:versionID="8a323d5eb84e102f02bfde3ae4cc9e80">
  <xsd:schema xmlns:xsd="http://www.w3.org/2001/XMLSchema" xmlns:xs="http://www.w3.org/2001/XMLSchema" xmlns:p="http://schemas.microsoft.com/office/2006/metadata/properties" xmlns:ns2="204e5094-9ead-4a7d-8770-05c20b3975be" xmlns:ns3="bb8fcec4-a3c8-4d93-9d87-c6ea12a40782" targetNamespace="http://schemas.microsoft.com/office/2006/metadata/properties" ma:root="true" ma:fieldsID="421025a717147c1c4dbe1f44c322c660" ns2:_="" ns3:_="">
    <xsd:import namespace="204e5094-9ead-4a7d-8770-05c20b3975be"/>
    <xsd:import namespace="bb8fcec4-a3c8-4d93-9d87-c6ea12a4078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4e5094-9ead-4a7d-8770-05c20b3975b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c51c002-c697-4bf5-bf7c-d49b506bef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8fcec4-a3c8-4d93-9d87-c6ea12a4078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02a58990-7cc0-42a4-8ec9-d9524050d808}" ma:internalName="TaxCatchAll" ma:showField="CatchAllData" ma:web="bb8fcec4-a3c8-4d93-9d87-c6ea12a4078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0705D34-7574-4D6F-977A-71A23F7BFAD9}">
  <ds:schemaRefs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2006/documentManagement/types"/>
    <ds:schemaRef ds:uri="bb8fcec4-a3c8-4d93-9d87-c6ea12a40782"/>
    <ds:schemaRef ds:uri="204e5094-9ead-4a7d-8770-05c20b3975b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C46503B-86F2-416E-A007-14AE591C20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4e5094-9ead-4a7d-8770-05c20b3975be"/>
    <ds:schemaRef ds:uri="bb8fcec4-a3c8-4d93-9d87-c6ea12a407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8E28DA6-D14C-4425-8F36-97CF61A67E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Integrations</Template>
  <TotalTime>0</TotalTime>
  <Words>3662</Words>
  <Application>Microsoft Office PowerPoint</Application>
  <PresentationFormat>Widescreen</PresentationFormat>
  <Paragraphs>388</Paragraphs>
  <Slides>68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80" baseType="lpstr">
      <vt:lpstr>Arial</vt:lpstr>
      <vt:lpstr>Calibri</vt:lpstr>
      <vt:lpstr>Calibri Light</vt:lpstr>
      <vt:lpstr>Gill Sans MT</vt:lpstr>
      <vt:lpstr>IBM Plex Sans</vt:lpstr>
      <vt:lpstr>Roboto</vt:lpstr>
      <vt:lpstr>Roboto Slab</vt:lpstr>
      <vt:lpstr>Segoe Light</vt:lpstr>
      <vt:lpstr>Segoe Sans Display Semibold</vt:lpstr>
      <vt:lpstr>Segoe UI</vt:lpstr>
      <vt:lpstr>Segoe UI Semibold</vt:lpstr>
      <vt:lpstr>Retrospect</vt:lpstr>
      <vt:lpstr> Introduction to Copilot Extensibility &amp; Agents</vt:lpstr>
      <vt:lpstr>PowerPoint Presentation</vt:lpstr>
      <vt:lpstr>Agenda</vt:lpstr>
      <vt:lpstr>Agents &amp; Copilots for Microsoft 365</vt:lpstr>
      <vt:lpstr>Copilot is the UI for AI</vt:lpstr>
      <vt:lpstr>Agents  Types</vt:lpstr>
      <vt:lpstr>The Copilot Ecosystem</vt:lpstr>
      <vt:lpstr>Copilot for Microsoft 365 - App Support </vt:lpstr>
      <vt:lpstr>Capabilities of Agents</vt:lpstr>
      <vt:lpstr>Microsoft 365 Copilot architecture</vt:lpstr>
      <vt:lpstr>Microsoft Graph</vt:lpstr>
      <vt:lpstr>Explore the core components of Copilot for Microsoft 365</vt:lpstr>
      <vt:lpstr>A range of tools for agent creation</vt:lpstr>
      <vt:lpstr>Copilot &amp; Agents Extensibility Path</vt:lpstr>
      <vt:lpstr>Agentic AI &amp; Design Patterns</vt:lpstr>
      <vt:lpstr>Business Process Today</vt:lpstr>
      <vt:lpstr>Business Process with Agentic AI</vt:lpstr>
      <vt:lpstr>Agentic AI Capabilities</vt:lpstr>
      <vt:lpstr>Design Patterns in Agentic AI</vt:lpstr>
      <vt:lpstr>Multi‑Agent Systems</vt:lpstr>
      <vt:lpstr>How Agents Work: Knowledge, Prompting, Tools &amp; MCP</vt:lpstr>
      <vt:lpstr>The Three Parts of Every Agent</vt:lpstr>
      <vt:lpstr>Prompt Engineering: Shaping Behaviour</vt:lpstr>
      <vt:lpstr>Retrieval Augmented Generation</vt:lpstr>
      <vt:lpstr>Copilot Logical Architecture</vt:lpstr>
      <vt:lpstr>Copilot Semantic Index</vt:lpstr>
      <vt:lpstr>Benefits of Semantic Index</vt:lpstr>
      <vt:lpstr>Semantic Index for Copilot</vt:lpstr>
      <vt:lpstr>Semantic Index – Indexing &amp; Content Type</vt:lpstr>
      <vt:lpstr>Interacting with the Semantic Index</vt:lpstr>
      <vt:lpstr>Microsoft 365 Copilot is built on trust</vt:lpstr>
      <vt:lpstr>Tools &amp; the Model Context Protocol (MCP)</vt:lpstr>
      <vt:lpstr>Extensibility &amp; Development Paths</vt:lpstr>
      <vt:lpstr>Copilot Extensibility Paths</vt:lpstr>
      <vt:lpstr>Copilot Connector</vt:lpstr>
      <vt:lpstr>Microsoft 365 Extensibility - Agent Types</vt:lpstr>
      <vt:lpstr>Low Code Agents - Copilot Studio Agents</vt:lpstr>
      <vt:lpstr>Pro Code Agents </vt:lpstr>
      <vt:lpstr>Microsoft Foundry Agents</vt:lpstr>
      <vt:lpstr>Extensibility Options</vt:lpstr>
      <vt:lpstr>Reimagine business processes with Agents</vt:lpstr>
      <vt:lpstr>Microsoft Scenario Library</vt:lpstr>
      <vt:lpstr>Microsoft 365 Copilot extensibility planning</vt:lpstr>
      <vt:lpstr>Licensing &amp; Environment Setup</vt:lpstr>
      <vt:lpstr>The Microsoft 365 Platform</vt:lpstr>
      <vt:lpstr>Microsoft 365 Admin Center</vt:lpstr>
      <vt:lpstr>Copilot Control System</vt:lpstr>
      <vt:lpstr>Copilot Licensing Options</vt:lpstr>
      <vt:lpstr>Licensing Features</vt:lpstr>
      <vt:lpstr>Copilot Chat &amp; Productivity Agents</vt:lpstr>
      <vt:lpstr>Copilot Chat: Free vs Licensed</vt:lpstr>
      <vt:lpstr>Copilot Tasks &amp; Scheduled Prompts</vt:lpstr>
      <vt:lpstr>The Frontier Program</vt:lpstr>
      <vt:lpstr>App Builder vs Agent Builder</vt:lpstr>
      <vt:lpstr>Copilot Cowork</vt:lpstr>
      <vt:lpstr>Pre-built Agents</vt:lpstr>
      <vt:lpstr>Facilitator / Interpreter</vt:lpstr>
      <vt:lpstr>Survey Agent</vt:lpstr>
      <vt:lpstr>Analyst</vt:lpstr>
      <vt:lpstr>Researcher</vt:lpstr>
      <vt:lpstr> No-Code Agent Creation in SharePoint</vt:lpstr>
      <vt:lpstr>SharePoint Agent Publishing &amp; Usage</vt:lpstr>
      <vt:lpstr>Examples of SharePoint agent use cases</vt:lpstr>
      <vt:lpstr>Agent Builder Templates</vt:lpstr>
      <vt:lpstr>Examples of Agents that can be created</vt:lpstr>
      <vt:lpstr>No Code Agent Elements &amp; Capabilities </vt:lpstr>
      <vt:lpstr>Agent Builder Connectors </vt:lpstr>
      <vt:lpstr>Code Interpreter and Image Generator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Completing Basic Tasks</dc:title>
  <dc:creator>Administrator</dc:creator>
  <cp:lastModifiedBy>Alexander Kastil</cp:lastModifiedBy>
  <cp:revision>4</cp:revision>
  <dcterms:created xsi:type="dcterms:W3CDTF">2016-02-23T07:11:59Z</dcterms:created>
  <dcterms:modified xsi:type="dcterms:W3CDTF">2026-07-18T16:51:49Z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S">
    <vt:lpwstr>39;#Angular Advanced Development|6913c8f4-9000-416d-9c3c-dc91b11b6596</vt:lpwstr>
  </property>
  <property fmtid="{D5CDD505-2E9C-101B-9397-08002B2CF9AE}" pid="3" name="Workshop">
    <vt:lpwstr>PowerCamp Web Development</vt:lpwstr>
  </property>
  <property fmtid="{D5CDD505-2E9C-101B-9397-08002B2CF9AE}" pid="4" name="Topics">
    <vt:lpwstr/>
  </property>
  <property fmtid="{D5CDD505-2E9C-101B-9397-08002B2CF9AE}" pid="5" name="ContentTypeId">
    <vt:lpwstr>0x0101000AC51C45C11C7E4294F4C9BB3333D9AB</vt:lpwstr>
  </property>
  <property fmtid="{D5CDD505-2E9C-101B-9397-08002B2CF9AE}" pid="6" name="AuthorIds_UIVersion_27">
    <vt:lpwstr>9</vt:lpwstr>
  </property>
  <property fmtid="{D5CDD505-2E9C-101B-9397-08002B2CF9AE}" pid="7" name="AuthorIds_UIVersion_29">
    <vt:lpwstr>9</vt:lpwstr>
  </property>
  <property fmtid="{D5CDD505-2E9C-101B-9397-08002B2CF9AE}" pid="8" name="MediaServiceImageTags">
    <vt:lpwstr/>
  </property>
  <property fmtid="{D5CDD505-2E9C-101B-9397-08002B2CF9AE}" pid="9" name="xd_ProgID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  <property fmtid="{D5CDD505-2E9C-101B-9397-08002B2CF9AE}" pid="13" name="TriggerFlowInfo">
    <vt:lpwstr/>
  </property>
  <property fmtid="{D5CDD505-2E9C-101B-9397-08002B2CF9AE}" pid="14" name="xd_Signature">
    <vt:bool>false</vt:bool>
  </property>
</Properties>
</file>