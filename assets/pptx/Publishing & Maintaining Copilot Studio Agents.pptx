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1" r:id="rId4"/>
    <p:sldMasterId id="2147483965" r:id="rId5"/>
  </p:sldMasterIdLst>
  <p:notesMasterIdLst>
    <p:notesMasterId r:id="rId168"/>
  </p:notesMasterIdLst>
  <p:sldIdLst>
    <p:sldId id="256" r:id="rId6"/>
    <p:sldId id="257" r:id="rId7"/>
    <p:sldId id="2147479869" r:id="rId135"/>
    <p:sldId id="2147483632" r:id="rId136"/>
    <p:sldId id="290" r:id="rId137"/>
    <p:sldId id="286" r:id="rId138"/>
    <p:sldId id="2147479870" r:id="rId139"/>
    <p:sldId id="2147483630" r:id="rId140"/>
    <p:sldId id="2147483631" r:id="rId141"/>
    <p:sldId id="2147479817" r:id="rId142"/>
    <p:sldId id="2147479871" r:id="rId143"/>
    <p:sldId id="2147479872" r:id="rId144"/>
    <p:sldId id="278" r:id="rId145"/>
    <p:sldId id="279" r:id="rId146"/>
    <p:sldId id="292" r:id="rId147"/>
    <p:sldId id="293" r:id="rId148"/>
    <p:sldId id="299" r:id="rId149"/>
    <p:sldId id="2147479876" r:id="rId150"/>
    <p:sldId id="2147479877" r:id="rId151"/>
    <p:sldId id="294" r:id="rId152"/>
    <p:sldId id="2147483641" r:id="rId155"/>
    <p:sldId id="2147483636" r:id="rId156"/>
    <p:sldId id="2147483637" r:id="rId157"/>
    <p:sldId id="2147483638" r:id="rId158"/>
    <p:sldId id="277" r:id="rId159"/>
    <p:sldId id="280" r:id="rId160"/>
    <p:sldId id="281" r:id="rId161"/>
    <p:sldId id="283" r:id="rId162"/>
    <p:sldId id="282" r:id="rId163"/>
    <p:sldId id="287" r:id="rId164"/>
    <p:sldId id="289" r:id="rId165"/>
    <p:sldId id="2564" r:id="rId166"/>
    <p:sldId id="2147483639" r:id="rId1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46" autoAdjust="0"/>
    <p:restoredTop sz="97419" autoAdjust="0"/>
  </p:normalViewPr>
  <p:slideViewPr>
    <p:cSldViewPr snapToGrid="0">
      <p:cViewPr varScale="1">
        <p:scale>
          <a:sx n="149" d="100"/>
          <a:sy n="149" d="100"/>
        </p:scale>
        <p:origin x="1040" y="308"/>
      </p:cViewPr>
      <p:guideLst/>
    </p:cSldViewPr>
  </p:slideViewPr>
  <p:outlineViewPr>
    <p:cViewPr>
      <p:scale>
        <a:sx n="33" d="100"/>
        <a:sy n="33" d="100"/>
      </p:scale>
      <p:origin x="0" y="-5464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notesMaster" Target="notesMasters/notesMaster1.xml"/><Relationship Id="rId169" Type="http://schemas.openxmlformats.org/officeDocument/2006/relationships/presProps" Target="presProps.xml"/><Relationship Id="rId170" Type="http://schemas.openxmlformats.org/officeDocument/2006/relationships/viewProps" Target="viewProps.xml"/><Relationship Id="rId171" Type="http://schemas.openxmlformats.org/officeDocument/2006/relationships/theme" Target="theme/theme1.xml"/><Relationship Id="rId172" Type="http://schemas.openxmlformats.org/officeDocument/2006/relationships/tableStyles" Target="tableStyles.xml"/><Relationship Id="rId17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er Kastil" userId="S::alexander.kastil@integrations.at::25853297-1418-4fc4-96ec-22f8bc83a64b" providerId="AD" clId="Web-{6727B8EA-67CD-47E0-A6D7-563182685789}"/>
    <pc:docChg chg="modSld">
      <pc:chgData name="Alexander Kastil" userId="S::alexander.kastil@integrations.at::25853297-1418-4fc4-96ec-22f8bc83a64b" providerId="AD" clId="Web-{6727B8EA-67CD-47E0-A6D7-563182685789}" dt="2024-04-21T10:14:57.676" v="14" actId="20577"/>
      <pc:docMkLst>
        <pc:docMk/>
      </pc:docMkLst>
      <pc:sldChg chg="modSp">
        <pc:chgData name="Alexander Kastil" userId="S::alexander.kastil@integrations.at::25853297-1418-4fc4-96ec-22f8bc83a64b" providerId="AD" clId="Web-{6727B8EA-67CD-47E0-A6D7-563182685789}" dt="2024-04-21T10:13:58.080" v="4" actId="20577"/>
        <pc:sldMkLst>
          <pc:docMk/>
          <pc:sldMk cId="1025564574" sldId="256"/>
        </pc:sldMkLst>
      </pc:sldChg>
      <pc:sldChg chg="modSp">
        <pc:chgData name="Alexander Kastil" userId="S::alexander.kastil@integrations.at::25853297-1418-4fc4-96ec-22f8bc83a64b" providerId="AD" clId="Web-{6727B8EA-67CD-47E0-A6D7-563182685789}" dt="2024-04-21T10:14:57.676" v="14" actId="20577"/>
        <pc:sldMkLst>
          <pc:docMk/>
          <pc:sldMk cId="1814925833" sldId="257"/>
        </pc:sldMkLst>
      </pc:sldChg>
    </pc:docChg>
  </pc:docChgLst>
  <pc:docChgLst>
    <pc:chgData name="Alexander Pajer" userId="25853297-1418-4fc4-96ec-22f8bc83a64b" providerId="ADAL" clId="{D63FDB62-37AA-4455-B0CF-3D2A0DC2D712}"/>
    <pc:docChg chg="undo custSel addSld delSld modSld sldOrd modMainMaster">
      <pc:chgData name="Alexander Pajer" userId="25853297-1418-4fc4-96ec-22f8bc83a64b" providerId="ADAL" clId="{D63FDB62-37AA-4455-B0CF-3D2A0DC2D712}" dt="2022-05-22T16:23:47.896" v="2534" actId="732"/>
      <pc:docMkLst>
        <pc:docMk/>
      </pc:docMkLst>
      <pc:sldChg chg="modSp mod">
        <pc:chgData name="Alexander Pajer" userId="25853297-1418-4fc4-96ec-22f8bc83a64b" providerId="ADAL" clId="{D63FDB62-37AA-4455-B0CF-3D2A0DC2D712}" dt="2022-05-22T15:32:39.079" v="1319" actId="1076"/>
        <pc:sldMkLst>
          <pc:docMk/>
          <pc:sldMk cId="1025564574" sldId="256"/>
        </pc:sldMkLst>
      </pc:sldChg>
      <pc:sldChg chg="modSp">
        <pc:chgData name="Alexander Pajer" userId="25853297-1418-4fc4-96ec-22f8bc83a64b" providerId="ADAL" clId="{D63FDB62-37AA-4455-B0CF-3D2A0DC2D712}" dt="2022-05-22T16:23:28.813" v="2531" actId="1076"/>
        <pc:sldMkLst>
          <pc:docMk/>
          <pc:sldMk cId="3367068962" sldId="568"/>
        </pc:sldMkLst>
      </pc:sldChg>
      <pc:sldChg chg="modSp">
        <pc:chgData name="Alexander Pajer" userId="25853297-1418-4fc4-96ec-22f8bc83a64b" providerId="ADAL" clId="{D63FDB62-37AA-4455-B0CF-3D2A0DC2D712}" dt="2022-05-22T16:23:47.896" v="2534" actId="732"/>
        <pc:sldMkLst>
          <pc:docMk/>
          <pc:sldMk cId="2754056100" sldId="1937"/>
        </pc:sldMkLst>
      </pc:sldChg>
      <pc:sldChg chg="del">
        <pc:chgData name="Alexander Pajer" userId="25853297-1418-4fc4-96ec-22f8bc83a64b" providerId="ADAL" clId="{D63FDB62-37AA-4455-B0CF-3D2A0DC2D712}" dt="2022-05-22T07:48:04.438" v="1" actId="47"/>
        <pc:sldMkLst>
          <pc:docMk/>
          <pc:sldMk cId="1088193602" sldId="1939"/>
        </pc:sldMkLst>
      </pc:sldChg>
      <pc:sldChg chg="del">
        <pc:chgData name="Alexander Pajer" userId="25853297-1418-4fc4-96ec-22f8bc83a64b" providerId="ADAL" clId="{D63FDB62-37AA-4455-B0CF-3D2A0DC2D712}" dt="2022-05-22T15:32:52.483" v="1320" actId="47"/>
        <pc:sldMkLst>
          <pc:docMk/>
          <pc:sldMk cId="1177962492" sldId="1950"/>
        </pc:sldMkLst>
      </pc:sldChg>
      <pc:sldChg chg="addSp delSp modSp add mod">
        <pc:chgData name="Alexander Pajer" userId="25853297-1418-4fc4-96ec-22f8bc83a64b" providerId="ADAL" clId="{D63FDB62-37AA-4455-B0CF-3D2A0DC2D712}" dt="2022-05-22T08:04:36.193" v="7" actId="1076"/>
        <pc:sldMkLst>
          <pc:docMk/>
          <pc:sldMk cId="1720184257" sldId="1951"/>
        </pc:sldMkLst>
      </pc:sldChg>
      <pc:sldChg chg="modSp new mod modClrScheme chgLayout">
        <pc:chgData name="Alexander Pajer" userId="25853297-1418-4fc4-96ec-22f8bc83a64b" providerId="ADAL" clId="{D63FDB62-37AA-4455-B0CF-3D2A0DC2D712}" dt="2022-05-22T15:47:36.275" v="1572" actId="20577"/>
        <pc:sldMkLst>
          <pc:docMk/>
          <pc:sldMk cId="2302226510" sldId="1952"/>
        </pc:sldMkLst>
      </pc:sldChg>
      <pc:sldChg chg="modSp add mod modClrScheme chgLayout">
        <pc:chgData name="Alexander Pajer" userId="25853297-1418-4fc4-96ec-22f8bc83a64b" providerId="ADAL" clId="{D63FDB62-37AA-4455-B0CF-3D2A0DC2D712}" dt="2022-05-22T15:51:15.786" v="1628" actId="313"/>
        <pc:sldMkLst>
          <pc:docMk/>
          <pc:sldMk cId="1293500123" sldId="1953"/>
        </pc:sldMkLst>
      </pc:sldChg>
      <pc:sldChg chg="addSp delSp modSp new mod modClrScheme chgLayout">
        <pc:chgData name="Alexander Pajer" userId="25853297-1418-4fc4-96ec-22f8bc83a64b" providerId="ADAL" clId="{D63FDB62-37AA-4455-B0CF-3D2A0DC2D712}" dt="2022-05-22T16:22:58.437" v="2528" actId="1076"/>
        <pc:sldMkLst>
          <pc:docMk/>
          <pc:sldMk cId="1149192349" sldId="1954"/>
        </pc:sldMkLst>
      </pc:sldChg>
      <pc:sldChg chg="addSp modSp add mod modClrScheme chgLayout">
        <pc:chgData name="Alexander Pajer" userId="25853297-1418-4fc4-96ec-22f8bc83a64b" providerId="ADAL" clId="{D63FDB62-37AA-4455-B0CF-3D2A0DC2D712}" dt="2022-05-22T16:23:04.901" v="2529" actId="14100"/>
        <pc:sldMkLst>
          <pc:docMk/>
          <pc:sldMk cId="3674512815" sldId="1955"/>
        </pc:sldMkLst>
      </pc:sldChg>
      <pc:sldChg chg="addSp delSp modSp add mod ord modClrScheme chgLayout">
        <pc:chgData name="Alexander Pajer" userId="25853297-1418-4fc4-96ec-22f8bc83a64b" providerId="ADAL" clId="{D63FDB62-37AA-4455-B0CF-3D2A0DC2D712}" dt="2022-05-22T16:22:33.942" v="2525" actId="20577"/>
        <pc:sldMkLst>
          <pc:docMk/>
          <pc:sldMk cId="253633209" sldId="1956"/>
        </pc:sldMkLst>
      </pc:sldChg>
      <pc:sldChg chg="addSp modSp new mod modClrScheme chgLayout">
        <pc:chgData name="Alexander Pajer" userId="25853297-1418-4fc4-96ec-22f8bc83a64b" providerId="ADAL" clId="{D63FDB62-37AA-4455-B0CF-3D2A0DC2D712}" dt="2022-05-22T15:58:28.266" v="1884" actId="108"/>
        <pc:sldMkLst>
          <pc:docMk/>
          <pc:sldMk cId="2303504867" sldId="1957"/>
        </pc:sldMkLst>
      </pc:sldChg>
      <pc:sldChg chg="addSp delSp modSp new mod modClrScheme chgLayout">
        <pc:chgData name="Alexander Pajer" userId="25853297-1418-4fc4-96ec-22f8bc83a64b" providerId="ADAL" clId="{D63FDB62-37AA-4455-B0CF-3D2A0DC2D712}" dt="2022-05-22T16:08:50.659" v="2047" actId="108"/>
        <pc:sldMkLst>
          <pc:docMk/>
          <pc:sldMk cId="1719197650" sldId="1958"/>
        </pc:sldMkLst>
      </pc:sldChg>
      <pc:sldChg chg="addSp modSp new mod modClrScheme chgLayout">
        <pc:chgData name="Alexander Pajer" userId="25853297-1418-4fc4-96ec-22f8bc83a64b" providerId="ADAL" clId="{D63FDB62-37AA-4455-B0CF-3D2A0DC2D712}" dt="2022-05-22T16:16:55.670" v="2333" actId="1076"/>
        <pc:sldMkLst>
          <pc:docMk/>
          <pc:sldMk cId="1456680750" sldId="1959"/>
        </pc:sldMkLst>
      </pc:sldChg>
      <pc:sldChg chg="delSp modSp add mod">
        <pc:chgData name="Alexander Pajer" userId="25853297-1418-4fc4-96ec-22f8bc83a64b" providerId="ADAL" clId="{D63FDB62-37AA-4455-B0CF-3D2A0DC2D712}" dt="2022-05-22T15:32:58.279" v="1321" actId="478"/>
        <pc:sldMkLst>
          <pc:docMk/>
          <pc:sldMk cId="2302481982" sldId="1960"/>
        </pc:sldMkLst>
      </pc:sldChg>
      <pc:sldMasterChg chg="addSldLayout modSldLayout">
        <pc:chgData name="Alexander Pajer" userId="25853297-1418-4fc4-96ec-22f8bc83a64b" providerId="ADAL" clId="{D63FDB62-37AA-4455-B0CF-3D2A0DC2D712}" dt="2022-05-22T08:40:00.883" v="501" actId="14100"/>
        <pc:sldMasterMkLst>
          <pc:docMk/>
          <pc:sldMasterMk cId="3874831218" sldId="2147483931"/>
        </pc:sldMasterMkLst>
        <pc:sldLayoutChg chg="modSp add mod modTransition">
          <pc:chgData name="Alexander Pajer" userId="25853297-1418-4fc4-96ec-22f8bc83a64b" providerId="ADAL" clId="{D63FDB62-37AA-4455-B0CF-3D2A0DC2D712}" dt="2022-05-22T08:40:00.883" v="501" actId="14100"/>
          <pc:sldLayoutMkLst>
            <pc:docMk/>
            <pc:sldMasterMk cId="3874831218" sldId="2147483931"/>
            <pc:sldLayoutMk cId="118696584" sldId="2147483944"/>
          </pc:sldLayoutMkLst>
        </pc:sldLayoutChg>
      </pc:sldMasterChg>
    </pc:docChg>
  </pc:docChgLst>
  <pc:docChgLst>
    <pc:chgData name="Alexander Pajer" userId="25853297-1418-4fc4-96ec-22f8bc83a64b" providerId="ADAL" clId="{BDF18E03-FD3E-4E62-B6B8-0773E42B0B4A}"/>
    <pc:docChg chg="undo custSel addSld delSld modSld sldOrd">
      <pc:chgData name="Alexander Pajer" userId="25853297-1418-4fc4-96ec-22f8bc83a64b" providerId="ADAL" clId="{BDF18E03-FD3E-4E62-B6B8-0773E42B0B4A}" dt="2023-10-07T15:06:49.050" v="1858"/>
      <pc:docMkLst>
        <pc:docMk/>
      </pc:docMkLst>
      <pc:sldChg chg="modSp mod">
        <pc:chgData name="Alexander Pajer" userId="25853297-1418-4fc4-96ec-22f8bc83a64b" providerId="ADAL" clId="{BDF18E03-FD3E-4E62-B6B8-0773E42B0B4A}" dt="2023-10-07T15:06:37.307" v="1856" actId="6549"/>
        <pc:sldMkLst>
          <pc:docMk/>
          <pc:sldMk cId="1814925833" sldId="257"/>
        </pc:sldMkLst>
      </pc:sldChg>
      <pc:sldChg chg="add">
        <pc:chgData name="Alexander Pajer" userId="25853297-1418-4fc4-96ec-22f8bc83a64b" providerId="ADAL" clId="{BDF18E03-FD3E-4E62-B6B8-0773E42B0B4A}" dt="2023-10-07T14:48:59.024" v="1620"/>
        <pc:sldMkLst>
          <pc:docMk/>
          <pc:sldMk cId="897094042" sldId="559"/>
        </pc:sldMkLst>
      </pc:sldChg>
      <pc:sldChg chg="del">
        <pc:chgData name="Alexander Pajer" userId="25853297-1418-4fc4-96ec-22f8bc83a64b" providerId="ADAL" clId="{BDF18E03-FD3E-4E62-B6B8-0773E42B0B4A}" dt="2023-10-07T14:48:56.239" v="1619" actId="2696"/>
        <pc:sldMkLst>
          <pc:docMk/>
          <pc:sldMk cId="1912131641" sldId="559"/>
        </pc:sldMkLst>
      </pc:sldChg>
      <pc:sldChg chg="add del">
        <pc:chgData name="Alexander Pajer" userId="25853297-1418-4fc4-96ec-22f8bc83a64b" providerId="ADAL" clId="{BDF18E03-FD3E-4E62-B6B8-0773E42B0B4A}" dt="2023-10-01T13:35:00.284" v="627" actId="2696"/>
        <pc:sldMkLst>
          <pc:docMk/>
          <pc:sldMk cId="1851243006" sldId="566"/>
        </pc:sldMkLst>
      </pc:sldChg>
      <pc:sldChg chg="modSp add mod">
        <pc:chgData name="Alexander Pajer" userId="25853297-1418-4fc4-96ec-22f8bc83a64b" providerId="ADAL" clId="{BDF18E03-FD3E-4E62-B6B8-0773E42B0B4A}" dt="2023-10-02T06:18:04.303" v="1303" actId="20577"/>
        <pc:sldMkLst>
          <pc:docMk/>
          <pc:sldMk cId="3694117816" sldId="566"/>
        </pc:sldMkLst>
      </pc:sldChg>
      <pc:sldChg chg="modSp add mod">
        <pc:chgData name="Alexander Pajer" userId="25853297-1418-4fc4-96ec-22f8bc83a64b" providerId="ADAL" clId="{BDF18E03-FD3E-4E62-B6B8-0773E42B0B4A}" dt="2023-10-02T06:18:23.056" v="1306" actId="27636"/>
        <pc:sldMkLst>
          <pc:docMk/>
          <pc:sldMk cId="691890621" sldId="567"/>
        </pc:sldMkLst>
      </pc:sldChg>
      <pc:sldChg chg="del">
        <pc:chgData name="Alexander Pajer" userId="25853297-1418-4fc4-96ec-22f8bc83a64b" providerId="ADAL" clId="{BDF18E03-FD3E-4E62-B6B8-0773E42B0B4A}" dt="2023-10-01T13:35:00.284" v="627" actId="2696"/>
        <pc:sldMkLst>
          <pc:docMk/>
          <pc:sldMk cId="2961879718" sldId="567"/>
        </pc:sldMkLst>
      </pc:sldChg>
      <pc:sldChg chg="del">
        <pc:chgData name="Alexander Pajer" userId="25853297-1418-4fc4-96ec-22f8bc83a64b" providerId="ADAL" clId="{BDF18E03-FD3E-4E62-B6B8-0773E42B0B4A}" dt="2023-10-01T13:41:25.366" v="773" actId="47"/>
        <pc:sldMkLst>
          <pc:docMk/>
          <pc:sldMk cId="3367068962" sldId="568"/>
        </pc:sldMkLst>
      </pc:sldChg>
      <pc:sldChg chg="add">
        <pc:chgData name="Alexander Pajer" userId="25853297-1418-4fc4-96ec-22f8bc83a64b" providerId="ADAL" clId="{BDF18E03-FD3E-4E62-B6B8-0773E42B0B4A}" dt="2023-10-07T14:54:38.106" v="1682"/>
        <pc:sldMkLst>
          <pc:docMk/>
          <pc:sldMk cId="1969144916" sldId="601"/>
        </pc:sldMkLst>
      </pc:sldChg>
      <pc:sldChg chg="modSp add mod">
        <pc:chgData name="Alexander Pajer" userId="25853297-1418-4fc4-96ec-22f8bc83a64b" providerId="ADAL" clId="{BDF18E03-FD3E-4E62-B6B8-0773E42B0B4A}" dt="2023-10-07T15:05:16.652" v="1850" actId="20577"/>
        <pc:sldMkLst>
          <pc:docMk/>
          <pc:sldMk cId="3627038530" sldId="602"/>
        </pc:sldMkLst>
      </pc:sldChg>
      <pc:sldChg chg="modSp add mod">
        <pc:chgData name="Alexander Pajer" userId="25853297-1418-4fc4-96ec-22f8bc83a64b" providerId="ADAL" clId="{BDF18E03-FD3E-4E62-B6B8-0773E42B0B4A}" dt="2023-10-01T13:35:51.769" v="654" actId="20577"/>
        <pc:sldMkLst>
          <pc:docMk/>
          <pc:sldMk cId="802514063" sldId="1936"/>
        </pc:sldMkLst>
      </pc:sldChg>
      <pc:sldChg chg="add del">
        <pc:chgData name="Alexander Pajer" userId="25853297-1418-4fc4-96ec-22f8bc83a64b" providerId="ADAL" clId="{BDF18E03-FD3E-4E62-B6B8-0773E42B0B4A}" dt="2023-10-01T13:35:00.284" v="627" actId="2696"/>
        <pc:sldMkLst>
          <pc:docMk/>
          <pc:sldMk cId="4224760713" sldId="1936"/>
        </pc:sldMkLst>
      </pc:sldChg>
      <pc:sldChg chg="del">
        <pc:chgData name="Alexander Pajer" userId="25853297-1418-4fc4-96ec-22f8bc83a64b" providerId="ADAL" clId="{BDF18E03-FD3E-4E62-B6B8-0773E42B0B4A}" dt="2023-10-01T13:41:25.366" v="773" actId="47"/>
        <pc:sldMkLst>
          <pc:docMk/>
          <pc:sldMk cId="2754056100" sldId="1937"/>
        </pc:sldMkLst>
      </pc:sldChg>
      <pc:sldChg chg="del">
        <pc:chgData name="Alexander Pajer" userId="25853297-1418-4fc4-96ec-22f8bc83a64b" providerId="ADAL" clId="{BDF18E03-FD3E-4E62-B6B8-0773E42B0B4A}" dt="2023-10-07T14:47:35.506" v="1617" actId="47"/>
        <pc:sldMkLst>
          <pc:docMk/>
          <pc:sldMk cId="698895629" sldId="1938"/>
        </pc:sldMkLst>
      </pc:sldChg>
      <pc:sldChg chg="add">
        <pc:chgData name="Alexander Pajer" userId="25853297-1418-4fc4-96ec-22f8bc83a64b" providerId="ADAL" clId="{BDF18E03-FD3E-4E62-B6B8-0773E42B0B4A}" dt="2023-10-07T14:51:11.908" v="1636"/>
        <pc:sldMkLst>
          <pc:docMk/>
          <pc:sldMk cId="4047128442" sldId="1939"/>
        </pc:sldMkLst>
      </pc:sldChg>
      <pc:sldChg chg="delSp del mod">
        <pc:chgData name="Alexander Pajer" userId="25853297-1418-4fc4-96ec-22f8bc83a64b" providerId="ADAL" clId="{BDF18E03-FD3E-4E62-B6B8-0773E42B0B4A}" dt="2023-10-07T14:45:25.970" v="1615" actId="47"/>
        <pc:sldMkLst>
          <pc:docMk/>
          <pc:sldMk cId="565906116" sldId="1940"/>
        </pc:sldMkLst>
      </pc:sldChg>
      <pc:sldChg chg="modSp add del mod">
        <pc:chgData name="Alexander Pajer" userId="25853297-1418-4fc4-96ec-22f8bc83a64b" providerId="ADAL" clId="{BDF18E03-FD3E-4E62-B6B8-0773E42B0B4A}" dt="2023-10-02T06:02:41.325" v="970" actId="47"/>
        <pc:sldMkLst>
          <pc:docMk/>
          <pc:sldMk cId="823695434" sldId="1941"/>
        </pc:sldMkLst>
      </pc:sldChg>
      <pc:sldChg chg="del">
        <pc:chgData name="Alexander Pajer" userId="25853297-1418-4fc4-96ec-22f8bc83a64b" providerId="ADAL" clId="{BDF18E03-FD3E-4E62-B6B8-0773E42B0B4A}" dt="2023-10-02T06:02:00.414" v="967" actId="2696"/>
        <pc:sldMkLst>
          <pc:docMk/>
          <pc:sldMk cId="2216802239" sldId="1941"/>
        </pc:sldMkLst>
      </pc:sldChg>
      <pc:sldChg chg="ord">
        <pc:chgData name="Alexander Pajer" userId="25853297-1418-4fc4-96ec-22f8bc83a64b" providerId="ADAL" clId="{BDF18E03-FD3E-4E62-B6B8-0773E42B0B4A}" dt="2023-10-07T14:49:42.961" v="1624"/>
        <pc:sldMkLst>
          <pc:docMk/>
          <pc:sldMk cId="464972607" sldId="1943"/>
        </pc:sldMkLst>
      </pc:sldChg>
      <pc:sldChg chg="del">
        <pc:chgData name="Alexander Pajer" userId="25853297-1418-4fc4-96ec-22f8bc83a64b" providerId="ADAL" clId="{BDF18E03-FD3E-4E62-B6B8-0773E42B0B4A}" dt="2023-10-07T14:45:41.312" v="1616" actId="2696"/>
        <pc:sldMkLst>
          <pc:docMk/>
          <pc:sldMk cId="4129525731" sldId="1949"/>
        </pc:sldMkLst>
      </pc:sldChg>
      <pc:sldChg chg="del">
        <pc:chgData name="Alexander Pajer" userId="25853297-1418-4fc4-96ec-22f8bc83a64b" providerId="ADAL" clId="{BDF18E03-FD3E-4E62-B6B8-0773E42B0B4A}" dt="2023-10-07T14:47:35.506" v="1617" actId="47"/>
        <pc:sldMkLst>
          <pc:docMk/>
          <pc:sldMk cId="1720184257" sldId="1951"/>
        </pc:sldMkLst>
      </pc:sldChg>
      <pc:sldChg chg="modSp mod">
        <pc:chgData name="Alexander Pajer" userId="25853297-1418-4fc4-96ec-22f8bc83a64b" providerId="ADAL" clId="{BDF18E03-FD3E-4E62-B6B8-0773E42B0B4A}" dt="2023-10-01T13:46:13.005" v="903" actId="20577"/>
        <pc:sldMkLst>
          <pc:docMk/>
          <pc:sldMk cId="1149192349" sldId="1954"/>
        </pc:sldMkLst>
      </pc:sldChg>
      <pc:sldChg chg="modSp mod ord">
        <pc:chgData name="Alexander Pajer" userId="25853297-1418-4fc4-96ec-22f8bc83a64b" providerId="ADAL" clId="{BDF18E03-FD3E-4E62-B6B8-0773E42B0B4A}" dt="2023-10-01T13:45:59.774" v="885" actId="20577"/>
        <pc:sldMkLst>
          <pc:docMk/>
          <pc:sldMk cId="3674512815" sldId="1955"/>
        </pc:sldMkLst>
      </pc:sldChg>
      <pc:sldChg chg="modSp mod">
        <pc:chgData name="Alexander Pajer" userId="25853297-1418-4fc4-96ec-22f8bc83a64b" providerId="ADAL" clId="{BDF18E03-FD3E-4E62-B6B8-0773E42B0B4A}" dt="2023-10-01T07:32:58.323" v="295" actId="6549"/>
        <pc:sldMkLst>
          <pc:docMk/>
          <pc:sldMk cId="253633209" sldId="1956"/>
        </pc:sldMkLst>
      </pc:sldChg>
      <pc:sldChg chg="modSp mod">
        <pc:chgData name="Alexander Pajer" userId="25853297-1418-4fc4-96ec-22f8bc83a64b" providerId="ADAL" clId="{BDF18E03-FD3E-4E62-B6B8-0773E42B0B4A}" dt="2023-10-01T13:46:44.718" v="918" actId="6549"/>
        <pc:sldMkLst>
          <pc:docMk/>
          <pc:sldMk cId="1719197650" sldId="1958"/>
        </pc:sldMkLst>
      </pc:sldChg>
      <pc:sldChg chg="addSp delSp modSp mod">
        <pc:chgData name="Alexander Pajer" userId="25853297-1418-4fc4-96ec-22f8bc83a64b" providerId="ADAL" clId="{BDF18E03-FD3E-4E62-B6B8-0773E42B0B4A}" dt="2023-10-01T13:50:19.918" v="964" actId="20577"/>
        <pc:sldMkLst>
          <pc:docMk/>
          <pc:sldMk cId="1456680750" sldId="1959"/>
        </pc:sldMkLst>
      </pc:sldChg>
      <pc:sldChg chg="delSp modSp mod">
        <pc:chgData name="Alexander Pajer" userId="25853297-1418-4fc4-96ec-22f8bc83a64b" providerId="ADAL" clId="{BDF18E03-FD3E-4E62-B6B8-0773E42B0B4A}" dt="2023-10-01T13:43:59.078" v="845" actId="20577"/>
        <pc:sldMkLst>
          <pc:docMk/>
          <pc:sldMk cId="2302481982" sldId="1960"/>
        </pc:sldMkLst>
      </pc:sldChg>
      <pc:sldChg chg="modSp del mod">
        <pc:chgData name="Alexander Pajer" userId="25853297-1418-4fc4-96ec-22f8bc83a64b" providerId="ADAL" clId="{BDF18E03-FD3E-4E62-B6B8-0773E42B0B4A}" dt="2023-10-02T06:01:16.903" v="966" actId="47"/>
        <pc:sldMkLst>
          <pc:docMk/>
          <pc:sldMk cId="981537636" sldId="1963"/>
        </pc:sldMkLst>
      </pc:sldChg>
      <pc:sldChg chg="add">
        <pc:chgData name="Alexander Pajer" userId="25853297-1418-4fc4-96ec-22f8bc83a64b" providerId="ADAL" clId="{BDF18E03-FD3E-4E62-B6B8-0773E42B0B4A}" dt="2023-10-07T14:48:59.024" v="1620"/>
        <pc:sldMkLst>
          <pc:docMk/>
          <pc:sldMk cId="3462422587" sldId="1965"/>
        </pc:sldMkLst>
      </pc:sldChg>
      <pc:sldChg chg="del">
        <pc:chgData name="Alexander Pajer" userId="25853297-1418-4fc4-96ec-22f8bc83a64b" providerId="ADAL" clId="{BDF18E03-FD3E-4E62-B6B8-0773E42B0B4A}" dt="2023-10-07T14:48:56.239" v="1619" actId="2696"/>
        <pc:sldMkLst>
          <pc:docMk/>
          <pc:sldMk cId="3939882252" sldId="1965"/>
        </pc:sldMkLst>
      </pc:sldChg>
      <pc:sldChg chg="modSp del mod">
        <pc:chgData name="Alexander Pajer" userId="25853297-1418-4fc4-96ec-22f8bc83a64b" providerId="ADAL" clId="{BDF18E03-FD3E-4E62-B6B8-0773E42B0B4A}" dt="2023-10-07T14:48:56.239" v="1619" actId="2696"/>
        <pc:sldMkLst>
          <pc:docMk/>
          <pc:sldMk cId="38746982" sldId="1966"/>
        </pc:sldMkLst>
      </pc:sldChg>
      <pc:sldChg chg="add">
        <pc:chgData name="Alexander Pajer" userId="25853297-1418-4fc4-96ec-22f8bc83a64b" providerId="ADAL" clId="{BDF18E03-FD3E-4E62-B6B8-0773E42B0B4A}" dt="2023-10-07T14:48:59.024" v="1620"/>
        <pc:sldMkLst>
          <pc:docMk/>
          <pc:sldMk cId="3988806687" sldId="1966"/>
        </pc:sldMkLst>
      </pc:sldChg>
      <pc:sldChg chg="addSp delSp modSp mod ord chgLayout">
        <pc:chgData name="Alexander Pajer" userId="25853297-1418-4fc4-96ec-22f8bc83a64b" providerId="ADAL" clId="{BDF18E03-FD3E-4E62-B6B8-0773E42B0B4A}" dt="2023-10-01T13:30:51.734" v="360" actId="478"/>
        <pc:sldMkLst>
          <pc:docMk/>
          <pc:sldMk cId="1942386010" sldId="1967"/>
        </pc:sldMkLst>
      </pc:sldChg>
      <pc:sldChg chg="modSp mod">
        <pc:chgData name="Alexander Pajer" userId="25853297-1418-4fc4-96ec-22f8bc83a64b" providerId="ADAL" clId="{BDF18E03-FD3E-4E62-B6B8-0773E42B0B4A}" dt="2023-10-01T13:50:49.814" v="965" actId="1076"/>
        <pc:sldMkLst>
          <pc:docMk/>
          <pc:sldMk cId="2561392820" sldId="1968"/>
        </pc:sldMkLst>
      </pc:sldChg>
      <pc:sldChg chg="addSp delSp modSp mod ord chgLayout">
        <pc:chgData name="Alexander Pajer" userId="25853297-1418-4fc4-96ec-22f8bc83a64b" providerId="ADAL" clId="{BDF18E03-FD3E-4E62-B6B8-0773E42B0B4A}" dt="2023-10-01T13:34:19.174" v="624" actId="20577"/>
        <pc:sldMkLst>
          <pc:docMk/>
          <pc:sldMk cId="820159404" sldId="1969"/>
        </pc:sldMkLst>
      </pc:sldChg>
      <pc:sldChg chg="addSp delSp modSp new mod chgLayout">
        <pc:chgData name="Alexander Pajer" userId="25853297-1418-4fc4-96ec-22f8bc83a64b" providerId="ADAL" clId="{BDF18E03-FD3E-4E62-B6B8-0773E42B0B4A}" dt="2023-10-01T13:45:23.390" v="855" actId="1076"/>
        <pc:sldMkLst>
          <pc:docMk/>
          <pc:sldMk cId="1995497280" sldId="1972"/>
        </pc:sldMkLst>
      </pc:sldChg>
      <pc:sldChg chg="modSp add mod">
        <pc:chgData name="Alexander Pajer" userId="25853297-1418-4fc4-96ec-22f8bc83a64b" providerId="ADAL" clId="{BDF18E03-FD3E-4E62-B6B8-0773E42B0B4A}" dt="2023-10-01T13:19:27.212" v="308" actId="20577"/>
        <pc:sldMkLst>
          <pc:docMk/>
          <pc:sldMk cId="864259472" sldId="1973"/>
        </pc:sldMkLst>
      </pc:sldChg>
      <pc:sldChg chg="modSp add mod">
        <pc:chgData name="Alexander Pajer" userId="25853297-1418-4fc4-96ec-22f8bc83a64b" providerId="ADAL" clId="{BDF18E03-FD3E-4E62-B6B8-0773E42B0B4A}" dt="2023-10-02T06:21:06.273" v="1440" actId="21"/>
        <pc:sldMkLst>
          <pc:docMk/>
          <pc:sldMk cId="2588458721" sldId="1974"/>
        </pc:sldMkLst>
      </pc:sldChg>
      <pc:sldChg chg="new del ord">
        <pc:chgData name="Alexander Pajer" userId="25853297-1418-4fc4-96ec-22f8bc83a64b" providerId="ADAL" clId="{BDF18E03-FD3E-4E62-B6B8-0773E42B0B4A}" dt="2023-10-02T06:04:44.652" v="976" actId="2696"/>
        <pc:sldMkLst>
          <pc:docMk/>
          <pc:sldMk cId="3265391368" sldId="1974"/>
        </pc:sldMkLst>
      </pc:sldChg>
      <pc:sldChg chg="modSp new mod">
        <pc:chgData name="Alexander Pajer" userId="25853297-1418-4fc4-96ec-22f8bc83a64b" providerId="ADAL" clId="{BDF18E03-FD3E-4E62-B6B8-0773E42B0B4A}" dt="2023-10-02T06:23:29.595" v="1612" actId="2710"/>
        <pc:sldMkLst>
          <pc:docMk/>
          <pc:sldMk cId="1212166777" sldId="1975"/>
        </pc:sldMkLst>
      </pc:sldChg>
      <pc:sldChg chg="modSp add mod">
        <pc:chgData name="Alexander Pajer" userId="25853297-1418-4fc4-96ec-22f8bc83a64b" providerId="ADAL" clId="{BDF18E03-FD3E-4E62-B6B8-0773E42B0B4A}" dt="2023-10-07T14:50:48.749" v="1635"/>
        <pc:sldMkLst>
          <pc:docMk/>
          <pc:sldMk cId="860739489" sldId="1976"/>
        </pc:sldMkLst>
      </pc:sldChg>
      <pc:sldChg chg="add">
        <pc:chgData name="Alexander Pajer" userId="25853297-1418-4fc4-96ec-22f8bc83a64b" providerId="ADAL" clId="{BDF18E03-FD3E-4E62-B6B8-0773E42B0B4A}" dt="2023-10-07T15:06:49.050" v="1858"/>
        <pc:sldMkLst>
          <pc:docMk/>
          <pc:sldMk cId="1584665959" sldId="1977"/>
        </pc:sldMkLst>
      </pc:sldChg>
      <pc:sldChg chg="modSp add del mod">
        <pc:chgData name="Alexander Pajer" userId="25853297-1418-4fc4-96ec-22f8bc83a64b" providerId="ADAL" clId="{BDF18E03-FD3E-4E62-B6B8-0773E42B0B4A}" dt="2023-10-07T15:06:42.044" v="1857" actId="2696"/>
        <pc:sldMkLst>
          <pc:docMk/>
          <pc:sldMk cId="1772967581" sldId="1977"/>
        </pc:sldMkLst>
      </pc:sldChg>
      <pc:sldChg chg="addSp delSp modSp new del mod ord modClrScheme chgLayout">
        <pc:chgData name="Alexander Pajer" userId="25853297-1418-4fc4-96ec-22f8bc83a64b" providerId="ADAL" clId="{BDF18E03-FD3E-4E62-B6B8-0773E42B0B4A}" dt="2023-10-07T15:06:42.044" v="1857" actId="2696"/>
        <pc:sldMkLst>
          <pc:docMk/>
          <pc:sldMk cId="1225140945" sldId="1978"/>
        </pc:sldMkLst>
      </pc:sldChg>
      <pc:sldChg chg="add">
        <pc:chgData name="Alexander Pajer" userId="25853297-1418-4fc4-96ec-22f8bc83a64b" providerId="ADAL" clId="{BDF18E03-FD3E-4E62-B6B8-0773E42B0B4A}" dt="2023-10-07T15:06:49.050" v="1858"/>
        <pc:sldMkLst>
          <pc:docMk/>
          <pc:sldMk cId="2305342243" sldId="1978"/>
        </pc:sldMkLst>
      </pc:sldChg>
      <pc:sldChg chg="add del">
        <pc:chgData name="Alexander Pajer" userId="25853297-1418-4fc4-96ec-22f8bc83a64b" providerId="ADAL" clId="{BDF18E03-FD3E-4E62-B6B8-0773E42B0B4A}" dt="2023-10-07T14:52:25.082" v="1651" actId="47"/>
        <pc:sldMkLst>
          <pc:docMk/>
          <pc:sldMk cId="3563914228" sldId="1979"/>
        </pc:sldMkLst>
      </pc:sldChg>
      <pc:sldChg chg="add del">
        <pc:chgData name="Alexander Pajer" userId="25853297-1418-4fc4-96ec-22f8bc83a64b" providerId="ADAL" clId="{BDF18E03-FD3E-4E62-B6B8-0773E42B0B4A}" dt="2023-10-07T14:52:25.082" v="1651" actId="47"/>
        <pc:sldMkLst>
          <pc:docMk/>
          <pc:sldMk cId="3239100113" sldId="1980"/>
        </pc:sldMkLst>
      </pc:sldChg>
      <pc:sldChg chg="addSp delSp modSp add del mod modClrScheme chgLayout">
        <pc:chgData name="Alexander Pajer" userId="25853297-1418-4fc4-96ec-22f8bc83a64b" providerId="ADAL" clId="{BDF18E03-FD3E-4E62-B6B8-0773E42B0B4A}" dt="2023-10-07T15:06:42.044" v="1857" actId="2696"/>
        <pc:sldMkLst>
          <pc:docMk/>
          <pc:sldMk cId="3158826687" sldId="1981"/>
        </pc:sldMkLst>
      </pc:sldChg>
      <pc:sldChg chg="add">
        <pc:chgData name="Alexander Pajer" userId="25853297-1418-4fc4-96ec-22f8bc83a64b" providerId="ADAL" clId="{BDF18E03-FD3E-4E62-B6B8-0773E42B0B4A}" dt="2023-10-07T15:06:49.050" v="1858"/>
        <pc:sldMkLst>
          <pc:docMk/>
          <pc:sldMk cId="3471668766" sldId="1981"/>
        </pc:sldMkLst>
      </pc:sldChg>
      <pc:sldChg chg="addSp delSp modSp add del mod modClrScheme chgLayout">
        <pc:chgData name="Alexander Pajer" userId="25853297-1418-4fc4-96ec-22f8bc83a64b" providerId="ADAL" clId="{BDF18E03-FD3E-4E62-B6B8-0773E42B0B4A}" dt="2023-10-07T15:05:04.962" v="1847" actId="47"/>
        <pc:sldMkLst>
          <pc:docMk/>
          <pc:sldMk cId="1355495423" sldId="1982"/>
        </pc:sldMkLst>
      </pc:sldChg>
      <pc:sldChg chg="modSp add mod">
        <pc:chgData name="Alexander Pajer" userId="25853297-1418-4fc4-96ec-22f8bc83a64b" providerId="ADAL" clId="{BDF18E03-FD3E-4E62-B6B8-0773E42B0B4A}" dt="2023-10-07T14:54:28.141" v="1681"/>
        <pc:sldMkLst>
          <pc:docMk/>
          <pc:sldMk cId="1588933147" sldId="1983"/>
        </pc:sldMkLst>
      </pc:sldChg>
      <pc:sldChg chg="new del">
        <pc:chgData name="Alexander Pajer" userId="25853297-1418-4fc4-96ec-22f8bc83a64b" providerId="ADAL" clId="{BDF18E03-FD3E-4E62-B6B8-0773E42B0B4A}" dt="2023-10-07T15:06:10.963" v="1852" actId="47"/>
        <pc:sldMkLst>
          <pc:docMk/>
          <pc:sldMk cId="1251940461" sldId="1984"/>
        </pc:sldMkLst>
      </pc:sldChg>
      <pc:sldChg chg="new del ord">
        <pc:chgData name="Alexander Pajer" userId="25853297-1418-4fc4-96ec-22f8bc83a64b" providerId="ADAL" clId="{BDF18E03-FD3E-4E62-B6B8-0773E42B0B4A}" dt="2023-10-07T14:54:59.314" v="1684" actId="47"/>
        <pc:sldMkLst>
          <pc:docMk/>
          <pc:sldMk cId="3829051471" sldId="1984"/>
        </pc:sldMkLst>
      </pc:sldChg>
    </pc:docChg>
  </pc:docChgLst>
  <pc:docChgLst>
    <pc:chgData name="Alexander Kastil" userId="25853297-1418-4fc4-96ec-22f8bc83a64b" providerId="ADAL" clId="{9EDFCDF1-22C6-47BF-BCCE-EE637B4589E0}"/>
    <pc:docChg chg="undo redo custSel addSld delSld modSld sldOrd modMainMaster">
      <pc:chgData name="Alexander Kastil" userId="25853297-1418-4fc4-96ec-22f8bc83a64b" providerId="ADAL" clId="{9EDFCDF1-22C6-47BF-BCCE-EE637B4589E0}" dt="2024-05-01T06:21:40.766" v="2844" actId="26606"/>
      <pc:docMkLst>
        <pc:docMk/>
      </pc:docMkLst>
      <pc:sldChg chg="addSp delSp modSp add del mod">
        <pc:chgData name="Alexander Kastil" userId="25853297-1418-4fc4-96ec-22f8bc83a64b" providerId="ADAL" clId="{9EDFCDF1-22C6-47BF-BCCE-EE637B4589E0}" dt="2024-04-29T10:13:05.273" v="2805" actId="20577"/>
        <pc:sldMkLst>
          <pc:docMk/>
          <pc:sldMk cId="1025564574" sldId="256"/>
        </pc:sldMkLst>
      </pc:sldChg>
      <pc:sldChg chg="addSp delSp modSp add del mod modMedia modClrScheme delAnim chgLayout">
        <pc:chgData name="Alexander Kastil" userId="25853297-1418-4fc4-96ec-22f8bc83a64b" providerId="ADAL" clId="{9EDFCDF1-22C6-47BF-BCCE-EE637B4589E0}" dt="2024-04-28T06:04:30.130" v="441" actId="34807"/>
        <pc:sldMkLst>
          <pc:docMk/>
          <pc:sldMk cId="2128415773" sldId="256"/>
        </pc:sldMkLst>
      </pc:sldChg>
      <pc:sldChg chg="modSp add del mod">
        <pc:chgData name="Alexander Kastil" userId="25853297-1418-4fc4-96ec-22f8bc83a64b" providerId="ADAL" clId="{9EDFCDF1-22C6-47BF-BCCE-EE637B4589E0}" dt="2024-04-28T14:40:00.825" v="2667"/>
        <pc:sldMkLst>
          <pc:docMk/>
          <pc:sldMk cId="1814925833" sldId="257"/>
        </pc:sldMkLst>
      </pc:sldChg>
      <pc:sldChg chg="modSp add del mod">
        <pc:chgData name="Alexander Kastil" userId="25853297-1418-4fc4-96ec-22f8bc83a64b" providerId="ADAL" clId="{9EDFCDF1-22C6-47BF-BCCE-EE637B4589E0}" dt="2024-04-28T06:04:30.130" v="441" actId="34807"/>
        <pc:sldMkLst>
          <pc:docMk/>
          <pc:sldMk cId="3501665795" sldId="257"/>
        </pc:sldMkLst>
      </pc:sldChg>
      <pc:sldChg chg="modSp add del mod">
        <pc:chgData name="Alexander Kastil" userId="25853297-1418-4fc4-96ec-22f8bc83a64b" providerId="ADAL" clId="{9EDFCDF1-22C6-47BF-BCCE-EE637B4589E0}" dt="2024-04-28T06:04:30.130" v="441" actId="34807"/>
        <pc:sldMkLst>
          <pc:docMk/>
          <pc:sldMk cId="916471601" sldId="258"/>
        </pc:sldMkLst>
      </pc:sldChg>
      <pc:sldChg chg="delSp modSp add mod modClrScheme chgLayout">
        <pc:chgData name="Alexander Kastil" userId="25853297-1418-4fc4-96ec-22f8bc83a64b" providerId="ADAL" clId="{9EDFCDF1-22C6-47BF-BCCE-EE637B4589E0}" dt="2024-04-28T06:10:00.121" v="475" actId="15"/>
        <pc:sldMkLst>
          <pc:docMk/>
          <pc:sldMk cId="3656196656" sldId="258"/>
        </pc:sldMkLst>
      </pc:sldChg>
      <pc:sldChg chg="modSp add del mod">
        <pc:chgData name="Alexander Kastil" userId="25853297-1418-4fc4-96ec-22f8bc83a64b" providerId="ADAL" clId="{9EDFCDF1-22C6-47BF-BCCE-EE637B4589E0}" dt="2024-04-28T06:04:30.130" v="441" actId="34807"/>
        <pc:sldMkLst>
          <pc:docMk/>
          <pc:sldMk cId="1906309422" sldId="259"/>
        </pc:sldMkLst>
      </pc:sldChg>
      <pc:sldChg chg="modSp add del mod modClrScheme chgLayout">
        <pc:chgData name="Alexander Kastil" userId="25853297-1418-4fc4-96ec-22f8bc83a64b" providerId="ADAL" clId="{9EDFCDF1-22C6-47BF-BCCE-EE637B4589E0}" dt="2024-04-28T06:07:25.971" v="459" actId="47"/>
        <pc:sldMkLst>
          <pc:docMk/>
          <pc:sldMk cId="2296677833" sldId="259"/>
        </pc:sldMkLst>
      </pc:sldChg>
      <pc:sldChg chg="addSp delSp modSp add del mod">
        <pc:chgData name="Alexander Kastil" userId="25853297-1418-4fc4-96ec-22f8bc83a64b" providerId="ADAL" clId="{9EDFCDF1-22C6-47BF-BCCE-EE637B4589E0}" dt="2024-04-28T09:20:28.459" v="2225" actId="14100"/>
        <pc:sldMkLst>
          <pc:docMk/>
          <pc:sldMk cId="1329572782" sldId="353"/>
        </pc:sldMkLst>
      </pc:sldChg>
      <pc:sldChg chg="add del">
        <pc:chgData name="Alexander Kastil" userId="25853297-1418-4fc4-96ec-22f8bc83a64b" providerId="ADAL" clId="{9EDFCDF1-22C6-47BF-BCCE-EE637B4589E0}" dt="2024-04-28T06:04:30.130" v="441" actId="34807"/>
        <pc:sldMkLst>
          <pc:docMk/>
          <pc:sldMk cId="3714499011" sldId="354"/>
        </pc:sldMkLst>
      </pc:sldChg>
      <pc:sldChg chg="modSp add del mod">
        <pc:chgData name="Alexander Kastil" userId="25853297-1418-4fc4-96ec-22f8bc83a64b" providerId="ADAL" clId="{9EDFCDF1-22C6-47BF-BCCE-EE637B4589E0}" dt="2024-04-28T07:03:06.822" v="1082" actId="20577"/>
        <pc:sldMkLst>
          <pc:docMk/>
          <pc:sldMk cId="3139570228" sldId="355"/>
        </pc:sldMkLst>
      </pc:sldChg>
      <pc:sldChg chg="modSp add del mod modNotesTx">
        <pc:chgData name="Alexander Kastil" userId="25853297-1418-4fc4-96ec-22f8bc83a64b" providerId="ADAL" clId="{9EDFCDF1-22C6-47BF-BCCE-EE637B4589E0}" dt="2024-04-28T08:27:50.293" v="1474"/>
        <pc:sldMkLst>
          <pc:docMk/>
          <pc:sldMk cId="897094042" sldId="559"/>
        </pc:sldMkLst>
      </pc:sldChg>
      <pc:sldChg chg="del">
        <pc:chgData name="Alexander Kastil" userId="25853297-1418-4fc4-96ec-22f8bc83a64b" providerId="ADAL" clId="{9EDFCDF1-22C6-47BF-BCCE-EE637B4589E0}" dt="2024-04-21T10:23:43.813" v="52" actId="47"/>
        <pc:sldMkLst>
          <pc:docMk/>
          <pc:sldMk cId="3694117816" sldId="566"/>
        </pc:sldMkLst>
      </pc:sldChg>
      <pc:sldChg chg="del">
        <pc:chgData name="Alexander Kastil" userId="25853297-1418-4fc4-96ec-22f8bc83a64b" providerId="ADAL" clId="{9EDFCDF1-22C6-47BF-BCCE-EE637B4589E0}" dt="2024-04-21T10:23:43.813" v="52" actId="47"/>
        <pc:sldMkLst>
          <pc:docMk/>
          <pc:sldMk cId="691890621" sldId="567"/>
        </pc:sldMkLst>
      </pc:sldChg>
      <pc:sldChg chg="del">
        <pc:chgData name="Alexander Kastil" userId="25853297-1418-4fc4-96ec-22f8bc83a64b" providerId="ADAL" clId="{9EDFCDF1-22C6-47BF-BCCE-EE637B4589E0}" dt="2024-04-21T10:24:55.514" v="66" actId="47"/>
        <pc:sldMkLst>
          <pc:docMk/>
          <pc:sldMk cId="1969144916" sldId="601"/>
        </pc:sldMkLst>
      </pc:sldChg>
      <pc:sldChg chg="del">
        <pc:chgData name="Alexander Kastil" userId="25853297-1418-4fc4-96ec-22f8bc83a64b" providerId="ADAL" clId="{9EDFCDF1-22C6-47BF-BCCE-EE637B4589E0}" dt="2024-04-21T10:24:55.514" v="66" actId="47"/>
        <pc:sldMkLst>
          <pc:docMk/>
          <pc:sldMk cId="3627038530" sldId="602"/>
        </pc:sldMkLst>
      </pc:sldChg>
      <pc:sldChg chg="modSp add mod ord modClrScheme chgLayout">
        <pc:chgData name="Alexander Kastil" userId="25853297-1418-4fc4-96ec-22f8bc83a64b" providerId="ADAL" clId="{9EDFCDF1-22C6-47BF-BCCE-EE637B4589E0}" dt="2024-05-01T06:21:19.088" v="2842" actId="403"/>
        <pc:sldMkLst>
          <pc:docMk/>
          <pc:sldMk cId="4242533445" sldId="1721"/>
        </pc:sldMkLst>
      </pc:sldChg>
      <pc:sldChg chg="modSp add mod ord modClrScheme chgLayout">
        <pc:chgData name="Alexander Kastil" userId="25853297-1418-4fc4-96ec-22f8bc83a64b" providerId="ADAL" clId="{9EDFCDF1-22C6-47BF-BCCE-EE637B4589E0}" dt="2024-05-01T06:19:32.262" v="2831" actId="27636"/>
        <pc:sldMkLst>
          <pc:docMk/>
          <pc:sldMk cId="3609339455" sldId="1905"/>
        </pc:sldMkLst>
      </pc:sldChg>
      <pc:sldChg chg="del">
        <pc:chgData name="Alexander Kastil" userId="25853297-1418-4fc4-96ec-22f8bc83a64b" providerId="ADAL" clId="{9EDFCDF1-22C6-47BF-BCCE-EE637B4589E0}" dt="2024-04-21T10:23:43.813" v="52" actId="47"/>
        <pc:sldMkLst>
          <pc:docMk/>
          <pc:sldMk cId="802514063" sldId="1936"/>
        </pc:sldMkLst>
      </pc:sldChg>
      <pc:sldChg chg="del">
        <pc:chgData name="Alexander Kastil" userId="25853297-1418-4fc4-96ec-22f8bc83a64b" providerId="ADAL" clId="{9EDFCDF1-22C6-47BF-BCCE-EE637B4589E0}" dt="2024-04-21T10:24:55.514" v="66" actId="47"/>
        <pc:sldMkLst>
          <pc:docMk/>
          <pc:sldMk cId="4047128442" sldId="1939"/>
        </pc:sldMkLst>
      </pc:sldChg>
      <pc:sldChg chg="del">
        <pc:chgData name="Alexander Kastil" userId="25853297-1418-4fc4-96ec-22f8bc83a64b" providerId="ADAL" clId="{9EDFCDF1-22C6-47BF-BCCE-EE637B4589E0}" dt="2024-04-21T10:24:55.514" v="66" actId="47"/>
        <pc:sldMkLst>
          <pc:docMk/>
          <pc:sldMk cId="3020137421" sldId="1942"/>
        </pc:sldMkLst>
      </pc:sldChg>
      <pc:sldChg chg="del">
        <pc:chgData name="Alexander Kastil" userId="25853297-1418-4fc4-96ec-22f8bc83a64b" providerId="ADAL" clId="{9EDFCDF1-22C6-47BF-BCCE-EE637B4589E0}" dt="2024-04-21T10:24:55.514" v="66" actId="47"/>
        <pc:sldMkLst>
          <pc:docMk/>
          <pc:sldMk cId="464972607" sldId="1943"/>
        </pc:sldMkLst>
      </pc:sldChg>
      <pc:sldChg chg="del">
        <pc:chgData name="Alexander Kastil" userId="25853297-1418-4fc4-96ec-22f8bc83a64b" providerId="ADAL" clId="{9EDFCDF1-22C6-47BF-BCCE-EE637B4589E0}" dt="2024-04-21T10:24:55.514" v="66" actId="47"/>
        <pc:sldMkLst>
          <pc:docMk/>
          <pc:sldMk cId="749796010" sldId="1944"/>
        </pc:sldMkLst>
      </pc:sldChg>
      <pc:sldChg chg="del">
        <pc:chgData name="Alexander Kastil" userId="25853297-1418-4fc4-96ec-22f8bc83a64b" providerId="ADAL" clId="{9EDFCDF1-22C6-47BF-BCCE-EE637B4589E0}" dt="2024-04-21T10:24:55.514" v="66" actId="47"/>
        <pc:sldMkLst>
          <pc:docMk/>
          <pc:sldMk cId="3550905746" sldId="1945"/>
        </pc:sldMkLst>
      </pc:sldChg>
      <pc:sldChg chg="del">
        <pc:chgData name="Alexander Kastil" userId="25853297-1418-4fc4-96ec-22f8bc83a64b" providerId="ADAL" clId="{9EDFCDF1-22C6-47BF-BCCE-EE637B4589E0}" dt="2024-04-21T10:24:55.514" v="66" actId="47"/>
        <pc:sldMkLst>
          <pc:docMk/>
          <pc:sldMk cId="3137501773" sldId="1946"/>
        </pc:sldMkLst>
      </pc:sldChg>
      <pc:sldChg chg="del">
        <pc:chgData name="Alexander Kastil" userId="25853297-1418-4fc4-96ec-22f8bc83a64b" providerId="ADAL" clId="{9EDFCDF1-22C6-47BF-BCCE-EE637B4589E0}" dt="2024-04-21T10:24:55.514" v="66" actId="47"/>
        <pc:sldMkLst>
          <pc:docMk/>
          <pc:sldMk cId="1937259380" sldId="1947"/>
        </pc:sldMkLst>
      </pc:sldChg>
      <pc:sldChg chg="del">
        <pc:chgData name="Alexander Kastil" userId="25853297-1418-4fc4-96ec-22f8bc83a64b" providerId="ADAL" clId="{9EDFCDF1-22C6-47BF-BCCE-EE637B4589E0}" dt="2024-04-21T10:24:55.514" v="66" actId="47"/>
        <pc:sldMkLst>
          <pc:docMk/>
          <pc:sldMk cId="3611530081" sldId="1948"/>
        </pc:sldMkLst>
      </pc:sldChg>
      <pc:sldChg chg="del">
        <pc:chgData name="Alexander Kastil" userId="25853297-1418-4fc4-96ec-22f8bc83a64b" providerId="ADAL" clId="{9EDFCDF1-22C6-47BF-BCCE-EE637B4589E0}" dt="2024-04-21T10:24:55.514" v="66" actId="47"/>
        <pc:sldMkLst>
          <pc:docMk/>
          <pc:sldMk cId="2302226510" sldId="1952"/>
        </pc:sldMkLst>
      </pc:sldChg>
      <pc:sldChg chg="del">
        <pc:chgData name="Alexander Kastil" userId="25853297-1418-4fc4-96ec-22f8bc83a64b" providerId="ADAL" clId="{9EDFCDF1-22C6-47BF-BCCE-EE637B4589E0}" dt="2024-04-21T10:24:55.514" v="66" actId="47"/>
        <pc:sldMkLst>
          <pc:docMk/>
          <pc:sldMk cId="1293500123" sldId="1953"/>
        </pc:sldMkLst>
      </pc:sldChg>
      <pc:sldChg chg="del">
        <pc:chgData name="Alexander Kastil" userId="25853297-1418-4fc4-96ec-22f8bc83a64b" providerId="ADAL" clId="{9EDFCDF1-22C6-47BF-BCCE-EE637B4589E0}" dt="2024-04-21T10:24:55.514" v="66" actId="47"/>
        <pc:sldMkLst>
          <pc:docMk/>
          <pc:sldMk cId="1149192349" sldId="1954"/>
        </pc:sldMkLst>
      </pc:sldChg>
      <pc:sldChg chg="del">
        <pc:chgData name="Alexander Kastil" userId="25853297-1418-4fc4-96ec-22f8bc83a64b" providerId="ADAL" clId="{9EDFCDF1-22C6-47BF-BCCE-EE637B4589E0}" dt="2024-04-21T10:24:55.514" v="66" actId="47"/>
        <pc:sldMkLst>
          <pc:docMk/>
          <pc:sldMk cId="3674512815" sldId="1955"/>
        </pc:sldMkLst>
      </pc:sldChg>
      <pc:sldChg chg="del">
        <pc:chgData name="Alexander Kastil" userId="25853297-1418-4fc4-96ec-22f8bc83a64b" providerId="ADAL" clId="{9EDFCDF1-22C6-47BF-BCCE-EE637B4589E0}" dt="2024-04-21T10:24:55.514" v="66" actId="47"/>
        <pc:sldMkLst>
          <pc:docMk/>
          <pc:sldMk cId="253633209" sldId="1956"/>
        </pc:sldMkLst>
      </pc:sldChg>
      <pc:sldChg chg="del">
        <pc:chgData name="Alexander Kastil" userId="25853297-1418-4fc4-96ec-22f8bc83a64b" providerId="ADAL" clId="{9EDFCDF1-22C6-47BF-BCCE-EE637B4589E0}" dt="2024-04-21T10:24:55.514" v="66" actId="47"/>
        <pc:sldMkLst>
          <pc:docMk/>
          <pc:sldMk cId="1719197650" sldId="1958"/>
        </pc:sldMkLst>
      </pc:sldChg>
      <pc:sldChg chg="del">
        <pc:chgData name="Alexander Kastil" userId="25853297-1418-4fc4-96ec-22f8bc83a64b" providerId="ADAL" clId="{9EDFCDF1-22C6-47BF-BCCE-EE637B4589E0}" dt="2024-04-21T10:24:55.514" v="66" actId="47"/>
        <pc:sldMkLst>
          <pc:docMk/>
          <pc:sldMk cId="1456680750" sldId="1959"/>
        </pc:sldMkLst>
      </pc:sldChg>
      <pc:sldChg chg="del">
        <pc:chgData name="Alexander Kastil" userId="25853297-1418-4fc4-96ec-22f8bc83a64b" providerId="ADAL" clId="{9EDFCDF1-22C6-47BF-BCCE-EE637B4589E0}" dt="2024-04-21T10:24:55.514" v="66" actId="47"/>
        <pc:sldMkLst>
          <pc:docMk/>
          <pc:sldMk cId="2302481982" sldId="1960"/>
        </pc:sldMkLst>
      </pc:sldChg>
      <pc:sldChg chg="del">
        <pc:chgData name="Alexander Kastil" userId="25853297-1418-4fc4-96ec-22f8bc83a64b" providerId="ADAL" clId="{9EDFCDF1-22C6-47BF-BCCE-EE637B4589E0}" dt="2024-04-21T10:22:31.692" v="36" actId="47"/>
        <pc:sldMkLst>
          <pc:docMk/>
          <pc:sldMk cId="714053986" sldId="1961"/>
        </pc:sldMkLst>
      </pc:sldChg>
      <pc:sldChg chg="del">
        <pc:chgData name="Alexander Kastil" userId="25853297-1418-4fc4-96ec-22f8bc83a64b" providerId="ADAL" clId="{9EDFCDF1-22C6-47BF-BCCE-EE637B4589E0}" dt="2024-04-21T10:22:31.692" v="36" actId="47"/>
        <pc:sldMkLst>
          <pc:docMk/>
          <pc:sldMk cId="4015687973" sldId="1962"/>
        </pc:sldMkLst>
      </pc:sldChg>
      <pc:sldChg chg="del">
        <pc:chgData name="Alexander Kastil" userId="25853297-1418-4fc4-96ec-22f8bc83a64b" providerId="ADAL" clId="{9EDFCDF1-22C6-47BF-BCCE-EE637B4589E0}" dt="2024-04-21T10:22:31.692" v="36" actId="47"/>
        <pc:sldMkLst>
          <pc:docMk/>
          <pc:sldMk cId="168922053" sldId="1964"/>
        </pc:sldMkLst>
      </pc:sldChg>
      <pc:sldChg chg="del">
        <pc:chgData name="Alexander Kastil" userId="25853297-1418-4fc4-96ec-22f8bc83a64b" providerId="ADAL" clId="{9EDFCDF1-22C6-47BF-BCCE-EE637B4589E0}" dt="2024-04-21T10:23:52.346" v="54" actId="47"/>
        <pc:sldMkLst>
          <pc:docMk/>
          <pc:sldMk cId="3462422587" sldId="1965"/>
        </pc:sldMkLst>
      </pc:sldChg>
      <pc:sldChg chg="del">
        <pc:chgData name="Alexander Kastil" userId="25853297-1418-4fc4-96ec-22f8bc83a64b" providerId="ADAL" clId="{9EDFCDF1-22C6-47BF-BCCE-EE637B4589E0}" dt="2024-04-21T10:23:52.346" v="54" actId="47"/>
        <pc:sldMkLst>
          <pc:docMk/>
          <pc:sldMk cId="3988806687" sldId="1966"/>
        </pc:sldMkLst>
      </pc:sldChg>
      <pc:sldChg chg="del">
        <pc:chgData name="Alexander Kastil" userId="25853297-1418-4fc4-96ec-22f8bc83a64b" providerId="ADAL" clId="{9EDFCDF1-22C6-47BF-BCCE-EE637B4589E0}" dt="2024-04-21T10:23:43.813" v="52" actId="47"/>
        <pc:sldMkLst>
          <pc:docMk/>
          <pc:sldMk cId="1942386010" sldId="1967"/>
        </pc:sldMkLst>
      </pc:sldChg>
      <pc:sldChg chg="del">
        <pc:chgData name="Alexander Kastil" userId="25853297-1418-4fc4-96ec-22f8bc83a64b" providerId="ADAL" clId="{9EDFCDF1-22C6-47BF-BCCE-EE637B4589E0}" dt="2024-04-21T10:24:55.514" v="66" actId="47"/>
        <pc:sldMkLst>
          <pc:docMk/>
          <pc:sldMk cId="2561392820" sldId="1968"/>
        </pc:sldMkLst>
      </pc:sldChg>
      <pc:sldChg chg="del">
        <pc:chgData name="Alexander Kastil" userId="25853297-1418-4fc4-96ec-22f8bc83a64b" providerId="ADAL" clId="{9EDFCDF1-22C6-47BF-BCCE-EE637B4589E0}" dt="2024-04-21T10:23:43.813" v="52" actId="47"/>
        <pc:sldMkLst>
          <pc:docMk/>
          <pc:sldMk cId="820159404" sldId="1969"/>
        </pc:sldMkLst>
      </pc:sldChg>
      <pc:sldChg chg="del">
        <pc:chgData name="Alexander Kastil" userId="25853297-1418-4fc4-96ec-22f8bc83a64b" providerId="ADAL" clId="{9EDFCDF1-22C6-47BF-BCCE-EE637B4589E0}" dt="2024-04-21T10:24:55.514" v="66" actId="47"/>
        <pc:sldMkLst>
          <pc:docMk/>
          <pc:sldMk cId="3157729247" sldId="1971"/>
        </pc:sldMkLst>
      </pc:sldChg>
      <pc:sldChg chg="del">
        <pc:chgData name="Alexander Kastil" userId="25853297-1418-4fc4-96ec-22f8bc83a64b" providerId="ADAL" clId="{9EDFCDF1-22C6-47BF-BCCE-EE637B4589E0}" dt="2024-04-21T10:24:55.514" v="66" actId="47"/>
        <pc:sldMkLst>
          <pc:docMk/>
          <pc:sldMk cId="1995497280" sldId="1972"/>
        </pc:sldMkLst>
      </pc:sldChg>
      <pc:sldChg chg="addSp delSp modSp add del mod ord chgLayout">
        <pc:chgData name="Alexander Kastil" userId="25853297-1418-4fc4-96ec-22f8bc83a64b" providerId="ADAL" clId="{9EDFCDF1-22C6-47BF-BCCE-EE637B4589E0}" dt="2024-04-28T06:37:12.643" v="783" actId="700"/>
        <pc:sldMkLst>
          <pc:docMk/>
          <pc:sldMk cId="864259472" sldId="1973"/>
        </pc:sldMkLst>
      </pc:sldChg>
      <pc:sldChg chg="del">
        <pc:chgData name="Alexander Kastil" userId="25853297-1418-4fc4-96ec-22f8bc83a64b" providerId="ADAL" clId="{9EDFCDF1-22C6-47BF-BCCE-EE637B4589E0}" dt="2024-04-21T10:24:55.514" v="66" actId="47"/>
        <pc:sldMkLst>
          <pc:docMk/>
          <pc:sldMk cId="2588458721" sldId="1974"/>
        </pc:sldMkLst>
      </pc:sldChg>
      <pc:sldChg chg="del">
        <pc:chgData name="Alexander Kastil" userId="25853297-1418-4fc4-96ec-22f8bc83a64b" providerId="ADAL" clId="{9EDFCDF1-22C6-47BF-BCCE-EE637B4589E0}" dt="2024-04-21T10:24:55.514" v="66" actId="47"/>
        <pc:sldMkLst>
          <pc:docMk/>
          <pc:sldMk cId="1212166777" sldId="1975"/>
        </pc:sldMkLst>
      </pc:sldChg>
      <pc:sldChg chg="del">
        <pc:chgData name="Alexander Kastil" userId="25853297-1418-4fc4-96ec-22f8bc83a64b" providerId="ADAL" clId="{9EDFCDF1-22C6-47BF-BCCE-EE637B4589E0}" dt="2024-04-21T10:24:55.514" v="66" actId="47"/>
        <pc:sldMkLst>
          <pc:docMk/>
          <pc:sldMk cId="860739489" sldId="1976"/>
        </pc:sldMkLst>
      </pc:sldChg>
      <pc:sldChg chg="del">
        <pc:chgData name="Alexander Kastil" userId="25853297-1418-4fc4-96ec-22f8bc83a64b" providerId="ADAL" clId="{9EDFCDF1-22C6-47BF-BCCE-EE637B4589E0}" dt="2024-04-21T10:24:55.514" v="66" actId="47"/>
        <pc:sldMkLst>
          <pc:docMk/>
          <pc:sldMk cId="1584665959" sldId="1977"/>
        </pc:sldMkLst>
      </pc:sldChg>
      <pc:sldChg chg="del">
        <pc:chgData name="Alexander Kastil" userId="25853297-1418-4fc4-96ec-22f8bc83a64b" providerId="ADAL" clId="{9EDFCDF1-22C6-47BF-BCCE-EE637B4589E0}" dt="2024-04-21T10:24:55.514" v="66" actId="47"/>
        <pc:sldMkLst>
          <pc:docMk/>
          <pc:sldMk cId="2305342243" sldId="1978"/>
        </pc:sldMkLst>
      </pc:sldChg>
      <pc:sldChg chg="del">
        <pc:chgData name="Alexander Kastil" userId="25853297-1418-4fc4-96ec-22f8bc83a64b" providerId="ADAL" clId="{9EDFCDF1-22C6-47BF-BCCE-EE637B4589E0}" dt="2024-04-21T10:24:55.514" v="66" actId="47"/>
        <pc:sldMkLst>
          <pc:docMk/>
          <pc:sldMk cId="3471668766" sldId="1981"/>
        </pc:sldMkLst>
      </pc:sldChg>
      <pc:sldChg chg="addSp delSp modSp add del mod chgLayout">
        <pc:chgData name="Alexander Kastil" userId="25853297-1418-4fc4-96ec-22f8bc83a64b" providerId="ADAL" clId="{9EDFCDF1-22C6-47BF-BCCE-EE637B4589E0}" dt="2024-04-28T14:39:44.719" v="2665" actId="404"/>
        <pc:sldMkLst>
          <pc:docMk/>
          <pc:sldMk cId="1588933147" sldId="1983"/>
        </pc:sldMkLst>
      </pc:sldChg>
      <pc:sldChg chg="addSp delSp modSp add del mod chgLayout">
        <pc:chgData name="Alexander Kastil" userId="25853297-1418-4fc4-96ec-22f8bc83a64b" providerId="ADAL" clId="{9EDFCDF1-22C6-47BF-BCCE-EE637B4589E0}" dt="2024-04-28T06:37:24.261" v="785" actId="700"/>
        <pc:sldMkLst>
          <pc:docMk/>
          <pc:sldMk cId="3745641020" sldId="2020"/>
        </pc:sldMkLst>
      </pc:sldChg>
      <pc:sldChg chg="del">
        <pc:chgData name="Alexander Kastil" userId="25853297-1418-4fc4-96ec-22f8bc83a64b" providerId="ADAL" clId="{9EDFCDF1-22C6-47BF-BCCE-EE637B4589E0}" dt="2024-04-21T10:23:15.931" v="48" actId="47"/>
        <pc:sldMkLst>
          <pc:docMk/>
          <pc:sldMk cId="3673911944" sldId="8448"/>
        </pc:sldMkLst>
      </pc:sldChg>
      <pc:sldChg chg="del">
        <pc:chgData name="Alexander Kastil" userId="25853297-1418-4fc4-96ec-22f8bc83a64b" providerId="ADAL" clId="{9EDFCDF1-22C6-47BF-BCCE-EE637B4589E0}" dt="2024-04-21T10:23:19.602" v="49" actId="47"/>
        <pc:sldMkLst>
          <pc:docMk/>
          <pc:sldMk cId="2073824554" sldId="8449"/>
        </pc:sldMkLst>
      </pc:sldChg>
      <pc:sldChg chg="del">
        <pc:chgData name="Alexander Kastil" userId="25853297-1418-4fc4-96ec-22f8bc83a64b" providerId="ADAL" clId="{9EDFCDF1-22C6-47BF-BCCE-EE637B4589E0}" dt="2024-04-21T10:24:55.514" v="66" actId="47"/>
        <pc:sldMkLst>
          <pc:docMk/>
          <pc:sldMk cId="1864947608" sldId="8450"/>
        </pc:sldMkLst>
      </pc:sldChg>
      <pc:sldChg chg="del">
        <pc:chgData name="Alexander Kastil" userId="25853297-1418-4fc4-96ec-22f8bc83a64b" providerId="ADAL" clId="{9EDFCDF1-22C6-47BF-BCCE-EE637B4589E0}" dt="2024-04-21T10:24:55.514" v="66" actId="47"/>
        <pc:sldMkLst>
          <pc:docMk/>
          <pc:sldMk cId="2567322683" sldId="8451"/>
        </pc:sldMkLst>
      </pc:sldChg>
      <pc:sldChg chg="del">
        <pc:chgData name="Alexander Kastil" userId="25853297-1418-4fc4-96ec-22f8bc83a64b" providerId="ADAL" clId="{9EDFCDF1-22C6-47BF-BCCE-EE637B4589E0}" dt="2024-04-21T10:24:55.514" v="66" actId="47"/>
        <pc:sldMkLst>
          <pc:docMk/>
          <pc:sldMk cId="3126891282" sldId="8452"/>
        </pc:sldMkLst>
      </pc:sldChg>
      <pc:sldChg chg="del">
        <pc:chgData name="Alexander Kastil" userId="25853297-1418-4fc4-96ec-22f8bc83a64b" providerId="ADAL" clId="{9EDFCDF1-22C6-47BF-BCCE-EE637B4589E0}" dt="2024-04-21T10:24:55.514" v="66" actId="47"/>
        <pc:sldMkLst>
          <pc:docMk/>
          <pc:sldMk cId="436106185" sldId="8453"/>
        </pc:sldMkLst>
      </pc:sldChg>
      <pc:sldChg chg="del">
        <pc:chgData name="Alexander Kastil" userId="25853297-1418-4fc4-96ec-22f8bc83a64b" providerId="ADAL" clId="{9EDFCDF1-22C6-47BF-BCCE-EE637B4589E0}" dt="2024-04-21T10:24:55.514" v="66" actId="47"/>
        <pc:sldMkLst>
          <pc:docMk/>
          <pc:sldMk cId="295814618" sldId="8454"/>
        </pc:sldMkLst>
      </pc:sldChg>
      <pc:sldChg chg="del">
        <pc:chgData name="Alexander Kastil" userId="25853297-1418-4fc4-96ec-22f8bc83a64b" providerId="ADAL" clId="{9EDFCDF1-22C6-47BF-BCCE-EE637B4589E0}" dt="2024-04-21T10:24:55.514" v="66" actId="47"/>
        <pc:sldMkLst>
          <pc:docMk/>
          <pc:sldMk cId="2312433149" sldId="8455"/>
        </pc:sldMkLst>
      </pc:sldChg>
      <pc:sldChg chg="del">
        <pc:chgData name="Alexander Kastil" userId="25853297-1418-4fc4-96ec-22f8bc83a64b" providerId="ADAL" clId="{9EDFCDF1-22C6-47BF-BCCE-EE637B4589E0}" dt="2024-04-21T10:24:55.514" v="66" actId="47"/>
        <pc:sldMkLst>
          <pc:docMk/>
          <pc:sldMk cId="403107829" sldId="8456"/>
        </pc:sldMkLst>
      </pc:sldChg>
      <pc:sldChg chg="addSp delSp modSp new add del mod modTransition modClrScheme chgLayout">
        <pc:chgData name="Alexander Kastil" userId="25853297-1418-4fc4-96ec-22f8bc83a64b" providerId="ADAL" clId="{9EDFCDF1-22C6-47BF-BCCE-EE637B4589E0}" dt="2024-04-28T07:00:21.824" v="1057" actId="15"/>
        <pc:sldMkLst>
          <pc:docMk/>
          <pc:sldMk cId="3629272225" sldId="8457"/>
        </pc:sldMkLst>
      </pc:sldChg>
      <pc:sldChg chg="addSp delSp modSp add del mod modTransition modClrScheme chgLayout">
        <pc:chgData name="Alexander Kastil" userId="25853297-1418-4fc4-96ec-22f8bc83a64b" providerId="ADAL" clId="{9EDFCDF1-22C6-47BF-BCCE-EE637B4589E0}" dt="2024-04-28T07:02:46.958" v="1070" actId="14100"/>
        <pc:sldMkLst>
          <pc:docMk/>
          <pc:sldMk cId="3233280524" sldId="8458"/>
        </pc:sldMkLst>
      </pc:sldChg>
      <pc:sldChg chg="add del">
        <pc:chgData name="Alexander Kastil" userId="25853297-1418-4fc4-96ec-22f8bc83a64b" providerId="ADAL" clId="{9EDFCDF1-22C6-47BF-BCCE-EE637B4589E0}" dt="2024-04-28T06:56:30.357" v="1037" actId="47"/>
        <pc:sldMkLst>
          <pc:docMk/>
          <pc:sldMk cId="4218752721" sldId="8459"/>
        </pc:sldMkLst>
      </pc:sldChg>
      <pc:sldChg chg="add del">
        <pc:chgData name="Alexander Kastil" userId="25853297-1418-4fc4-96ec-22f8bc83a64b" providerId="ADAL" clId="{9EDFCDF1-22C6-47BF-BCCE-EE637B4589E0}" dt="2024-04-28T06:56:30.357" v="1037" actId="47"/>
        <pc:sldMkLst>
          <pc:docMk/>
          <pc:sldMk cId="2097790175" sldId="8460"/>
        </pc:sldMkLst>
      </pc:sldChg>
      <pc:sldChg chg="add del">
        <pc:chgData name="Alexander Kastil" userId="25853297-1418-4fc4-96ec-22f8bc83a64b" providerId="ADAL" clId="{9EDFCDF1-22C6-47BF-BCCE-EE637B4589E0}" dt="2024-04-28T14:21:30.266" v="2605" actId="47"/>
        <pc:sldMkLst>
          <pc:docMk/>
          <pc:sldMk cId="2298812904" sldId="8461"/>
        </pc:sldMkLst>
      </pc:sldChg>
      <pc:sldChg chg="add del">
        <pc:chgData name="Alexander Kastil" userId="25853297-1418-4fc4-96ec-22f8bc83a64b" providerId="ADAL" clId="{9EDFCDF1-22C6-47BF-BCCE-EE637B4589E0}" dt="2024-04-28T14:21:30.266" v="2605" actId="47"/>
        <pc:sldMkLst>
          <pc:docMk/>
          <pc:sldMk cId="1457986506" sldId="8462"/>
        </pc:sldMkLst>
      </pc:sldChg>
      <pc:sldChg chg="add del">
        <pc:chgData name="Alexander Kastil" userId="25853297-1418-4fc4-96ec-22f8bc83a64b" providerId="ADAL" clId="{9EDFCDF1-22C6-47BF-BCCE-EE637B4589E0}" dt="2024-04-28T14:21:30.266" v="2605" actId="47"/>
        <pc:sldMkLst>
          <pc:docMk/>
          <pc:sldMk cId="4286615201" sldId="8463"/>
        </pc:sldMkLst>
      </pc:sldChg>
      <pc:sldChg chg="addSp delSp modSp add del mod ord modTransition modClrScheme chgLayout">
        <pc:chgData name="Alexander Kastil" userId="25853297-1418-4fc4-96ec-22f8bc83a64b" providerId="ADAL" clId="{9EDFCDF1-22C6-47BF-BCCE-EE637B4589E0}" dt="2024-05-01T06:21:40.766" v="2844" actId="26606"/>
        <pc:sldMkLst>
          <pc:docMk/>
          <pc:sldMk cId="1553678443" sldId="8464"/>
        </pc:sldMkLst>
      </pc:sldChg>
      <pc:sldChg chg="addSp delSp modSp add del mod modClrScheme chgLayout">
        <pc:chgData name="Alexander Kastil" userId="25853297-1418-4fc4-96ec-22f8bc83a64b" providerId="ADAL" clId="{9EDFCDF1-22C6-47BF-BCCE-EE637B4589E0}" dt="2024-04-28T06:33:07.741" v="754" actId="20577"/>
        <pc:sldMkLst>
          <pc:docMk/>
          <pc:sldMk cId="1661570778" sldId="8465"/>
        </pc:sldMkLst>
      </pc:sldChg>
      <pc:sldChg chg="addSp modSp add del mod">
        <pc:chgData name="Alexander Kastil" userId="25853297-1418-4fc4-96ec-22f8bc83a64b" providerId="ADAL" clId="{9EDFCDF1-22C6-47BF-BCCE-EE637B4589E0}" dt="2024-04-28T06:45:11.614" v="918" actId="1076"/>
        <pc:sldMkLst>
          <pc:docMk/>
          <pc:sldMk cId="3526829860" sldId="8466"/>
        </pc:sldMkLst>
      </pc:sldChg>
      <pc:sldChg chg="modSp add del mod">
        <pc:chgData name="Alexander Kastil" userId="25853297-1418-4fc4-96ec-22f8bc83a64b" providerId="ADAL" clId="{9EDFCDF1-22C6-47BF-BCCE-EE637B4589E0}" dt="2024-04-28T06:04:43.405" v="443" actId="47"/>
        <pc:sldMkLst>
          <pc:docMk/>
          <pc:sldMk cId="3161688944" sldId="8467"/>
        </pc:sldMkLst>
      </pc:sldChg>
      <pc:sldChg chg="addSp delSp modSp add del mod modClrScheme chgLayout modNotesTx">
        <pc:chgData name="Alexander Kastil" userId="25853297-1418-4fc4-96ec-22f8bc83a64b" providerId="ADAL" clId="{9EDFCDF1-22C6-47BF-BCCE-EE637B4589E0}" dt="2024-04-28T08:27:41.476" v="1473"/>
        <pc:sldMkLst>
          <pc:docMk/>
          <pc:sldMk cId="2495904611" sldId="8468"/>
        </pc:sldMkLst>
      </pc:sldChg>
      <pc:sldChg chg="addSp delSp modSp add del mod modClrScheme chgLayout">
        <pc:chgData name="Alexander Kastil" userId="25853297-1418-4fc4-96ec-22f8bc83a64b" providerId="ADAL" clId="{9EDFCDF1-22C6-47BF-BCCE-EE637B4589E0}" dt="2024-05-01T06:21:26.491" v="2843" actId="26606"/>
        <pc:sldMkLst>
          <pc:docMk/>
          <pc:sldMk cId="389764012" sldId="8469"/>
        </pc:sldMkLst>
      </pc:sldChg>
      <pc:sldChg chg="addSp delSp modSp add del mod modClrScheme chgLayout">
        <pc:chgData name="Alexander Kastil" userId="25853297-1418-4fc4-96ec-22f8bc83a64b" providerId="ADAL" clId="{9EDFCDF1-22C6-47BF-BCCE-EE637B4589E0}" dt="2024-05-01T06:20:48.044" v="2840" actId="26606"/>
        <pc:sldMkLst>
          <pc:docMk/>
          <pc:sldMk cId="3517515508" sldId="8470"/>
        </pc:sldMkLst>
      </pc:sldChg>
      <pc:sldChg chg="addSp delSp modSp add del mod modClrScheme chgLayout">
        <pc:chgData name="Alexander Kastil" userId="25853297-1418-4fc4-96ec-22f8bc83a64b" providerId="ADAL" clId="{9EDFCDF1-22C6-47BF-BCCE-EE637B4589E0}" dt="2024-05-01T06:20:41.157" v="2839" actId="26606"/>
        <pc:sldMkLst>
          <pc:docMk/>
          <pc:sldMk cId="1946821928" sldId="8471"/>
        </pc:sldMkLst>
      </pc:sldChg>
      <pc:sldChg chg="add del">
        <pc:chgData name="Alexander Kastil" userId="25853297-1418-4fc4-96ec-22f8bc83a64b" providerId="ADAL" clId="{9EDFCDF1-22C6-47BF-BCCE-EE637B4589E0}" dt="2024-04-28T14:45:09.937" v="2715" actId="47"/>
        <pc:sldMkLst>
          <pc:docMk/>
          <pc:sldMk cId="1575327778" sldId="8472"/>
        </pc:sldMkLst>
      </pc:sldChg>
      <pc:sldChg chg="modSp new add del mod ord">
        <pc:chgData name="Alexander Kastil" userId="25853297-1418-4fc4-96ec-22f8bc83a64b" providerId="ADAL" clId="{9EDFCDF1-22C6-47BF-BCCE-EE637B4589E0}" dt="2024-04-28T06:04:30.130" v="441" actId="34807"/>
        <pc:sldMkLst>
          <pc:docMk/>
          <pc:sldMk cId="3678169884" sldId="8473"/>
        </pc:sldMkLst>
      </pc:sldChg>
      <pc:sldChg chg="add del">
        <pc:chgData name="Alexander Kastil" userId="25853297-1418-4fc4-96ec-22f8bc83a64b" providerId="ADAL" clId="{9EDFCDF1-22C6-47BF-BCCE-EE637B4589E0}" dt="2024-04-28T06:06:42.651" v="451" actId="47"/>
        <pc:sldMkLst>
          <pc:docMk/>
          <pc:sldMk cId="1365220575" sldId="8474"/>
        </pc:sldMkLst>
      </pc:sldChg>
      <pc:sldChg chg="addSp delSp modSp add mod modClrScheme chgLayout">
        <pc:chgData name="Alexander Kastil" userId="25853297-1418-4fc4-96ec-22f8bc83a64b" providerId="ADAL" clId="{9EDFCDF1-22C6-47BF-BCCE-EE637B4589E0}" dt="2024-04-29T10:19:59.562" v="2829" actId="14100"/>
        <pc:sldMkLst>
          <pc:docMk/>
          <pc:sldMk cId="775419567" sldId="8475"/>
        </pc:sldMkLst>
      </pc:sldChg>
      <pc:sldChg chg="addSp delSp modSp add mod ord modTransition modClrScheme chgLayout">
        <pc:chgData name="Alexander Kastil" userId="25853297-1418-4fc4-96ec-22f8bc83a64b" providerId="ADAL" clId="{9EDFCDF1-22C6-47BF-BCCE-EE637B4589E0}" dt="2024-04-28T06:25:41.783" v="716"/>
        <pc:sldMkLst>
          <pc:docMk/>
          <pc:sldMk cId="620756744" sldId="8476"/>
        </pc:sldMkLst>
      </pc:sldChg>
      <pc:sldChg chg="modSp add mod ord">
        <pc:chgData name="Alexander Kastil" userId="25853297-1418-4fc4-96ec-22f8bc83a64b" providerId="ADAL" clId="{9EDFCDF1-22C6-47BF-BCCE-EE637B4589E0}" dt="2024-04-28T14:48:45.094" v="2786" actId="20577"/>
        <pc:sldMkLst>
          <pc:docMk/>
          <pc:sldMk cId="1270988589" sldId="8477"/>
        </pc:sldMkLst>
      </pc:sldChg>
      <pc:sldChg chg="add del">
        <pc:chgData name="Alexander Kastil" userId="25853297-1418-4fc4-96ec-22f8bc83a64b" providerId="ADAL" clId="{9EDFCDF1-22C6-47BF-BCCE-EE637B4589E0}" dt="2024-04-28T06:26:24.453" v="718"/>
        <pc:sldMkLst>
          <pc:docMk/>
          <pc:sldMk cId="1761576924" sldId="8478"/>
        </pc:sldMkLst>
      </pc:sldChg>
      <pc:sldChg chg="modSp add mod">
        <pc:chgData name="Alexander Kastil" userId="25853297-1418-4fc4-96ec-22f8bc83a64b" providerId="ADAL" clId="{9EDFCDF1-22C6-47BF-BCCE-EE637B4589E0}" dt="2024-04-28T08:26:21.792" v="1472"/>
        <pc:sldMkLst>
          <pc:docMk/>
          <pc:sldMk cId="2610767576" sldId="8478"/>
        </pc:sldMkLst>
      </pc:sldChg>
      <pc:sldChg chg="addSp delSp modSp add mod modClrScheme chgLayout">
        <pc:chgData name="Alexander Kastil" userId="25853297-1418-4fc4-96ec-22f8bc83a64b" providerId="ADAL" clId="{9EDFCDF1-22C6-47BF-BCCE-EE637B4589E0}" dt="2024-04-28T06:37:07.005" v="782" actId="700"/>
        <pc:sldMkLst>
          <pc:docMk/>
          <pc:sldMk cId="827708876" sldId="8479"/>
        </pc:sldMkLst>
      </pc:sldChg>
      <pc:sldChg chg="new del">
        <pc:chgData name="Alexander Kastil" userId="25853297-1418-4fc4-96ec-22f8bc83a64b" providerId="ADAL" clId="{9EDFCDF1-22C6-47BF-BCCE-EE637B4589E0}" dt="2024-04-28T08:27:59.608" v="1475" actId="47"/>
        <pc:sldMkLst>
          <pc:docMk/>
          <pc:sldMk cId="693554884" sldId="8480"/>
        </pc:sldMkLst>
      </pc:sldChg>
      <pc:sldChg chg="addSp modSp add mod">
        <pc:chgData name="Alexander Kastil" userId="25853297-1418-4fc4-96ec-22f8bc83a64b" providerId="ADAL" clId="{9EDFCDF1-22C6-47BF-BCCE-EE637B4589E0}" dt="2024-04-28T08:31:28.644" v="1487" actId="1076"/>
        <pc:sldMkLst>
          <pc:docMk/>
          <pc:sldMk cId="3579897819" sldId="8481"/>
        </pc:sldMkLst>
      </pc:sldChg>
      <pc:sldChg chg="addSp modSp add mod">
        <pc:chgData name="Alexander Kastil" userId="25853297-1418-4fc4-96ec-22f8bc83a64b" providerId="ADAL" clId="{9EDFCDF1-22C6-47BF-BCCE-EE637B4589E0}" dt="2024-04-28T14:22:36.976" v="2606"/>
        <pc:sldMkLst>
          <pc:docMk/>
          <pc:sldMk cId="2387333562" sldId="8482"/>
        </pc:sldMkLst>
      </pc:sldChg>
      <pc:sldChg chg="addSp modSp add mod">
        <pc:chgData name="Alexander Kastil" userId="25853297-1418-4fc4-96ec-22f8bc83a64b" providerId="ADAL" clId="{9EDFCDF1-22C6-47BF-BCCE-EE637B4589E0}" dt="2024-04-28T09:00:17.275" v="2159" actId="20577"/>
        <pc:sldMkLst>
          <pc:docMk/>
          <pc:sldMk cId="133460003" sldId="8483"/>
        </pc:sldMkLst>
      </pc:sldChg>
      <pc:sldChg chg="addSp modSp add mod">
        <pc:chgData name="Alexander Kastil" userId="25853297-1418-4fc4-96ec-22f8bc83a64b" providerId="ADAL" clId="{9EDFCDF1-22C6-47BF-BCCE-EE637B4589E0}" dt="2024-04-28T07:07:19.129" v="1126" actId="15"/>
        <pc:sldMkLst>
          <pc:docMk/>
          <pc:sldMk cId="4179185169" sldId="8484"/>
        </pc:sldMkLst>
      </pc:sldChg>
      <pc:sldChg chg="modSp add del mod">
        <pc:chgData name="Alexander Kastil" userId="25853297-1418-4fc4-96ec-22f8bc83a64b" providerId="ADAL" clId="{9EDFCDF1-22C6-47BF-BCCE-EE637B4589E0}" dt="2024-04-28T06:45:22.430" v="919" actId="47"/>
        <pc:sldMkLst>
          <pc:docMk/>
          <pc:sldMk cId="2020607646" sldId="8485"/>
        </pc:sldMkLst>
      </pc:sldChg>
      <pc:sldChg chg="addSp modSp new mod ord">
        <pc:chgData name="Alexander Kastil" userId="25853297-1418-4fc4-96ec-22f8bc83a64b" providerId="ADAL" clId="{9EDFCDF1-22C6-47BF-BCCE-EE637B4589E0}" dt="2024-04-28T09:20:48.754" v="2234" actId="20577"/>
        <pc:sldMkLst>
          <pc:docMk/>
          <pc:sldMk cId="2907730902" sldId="8485"/>
        </pc:sldMkLst>
      </pc:sldChg>
      <pc:sldChg chg="addSp modSp new mod">
        <pc:chgData name="Alexander Kastil" userId="25853297-1418-4fc4-96ec-22f8bc83a64b" providerId="ADAL" clId="{9EDFCDF1-22C6-47BF-BCCE-EE637B4589E0}" dt="2024-04-29T10:13:45.031" v="2808" actId="167"/>
        <pc:sldMkLst>
          <pc:docMk/>
          <pc:sldMk cId="2397158577" sldId="8486"/>
        </pc:sldMkLst>
      </pc:sldChg>
      <pc:sldChg chg="modSp new del mod">
        <pc:chgData name="Alexander Kastil" userId="25853297-1418-4fc4-96ec-22f8bc83a64b" providerId="ADAL" clId="{9EDFCDF1-22C6-47BF-BCCE-EE637B4589E0}" dt="2024-04-28T07:18:48.470" v="1251" actId="47"/>
        <pc:sldMkLst>
          <pc:docMk/>
          <pc:sldMk cId="2059240032" sldId="8487"/>
        </pc:sldMkLst>
      </pc:sldChg>
      <pc:sldChg chg="modSp new mod">
        <pc:chgData name="Alexander Kastil" userId="25853297-1418-4fc4-96ec-22f8bc83a64b" providerId="ADAL" clId="{9EDFCDF1-22C6-47BF-BCCE-EE637B4589E0}" dt="2024-04-28T08:19:42.686" v="1292" actId="108"/>
        <pc:sldMkLst>
          <pc:docMk/>
          <pc:sldMk cId="2233255972" sldId="8488"/>
        </pc:sldMkLst>
      </pc:sldChg>
      <pc:sldChg chg="addSp delSp modSp add mod modClrScheme chgLayout">
        <pc:chgData name="Alexander Kastil" userId="25853297-1418-4fc4-96ec-22f8bc83a64b" providerId="ADAL" clId="{9EDFCDF1-22C6-47BF-BCCE-EE637B4589E0}" dt="2024-04-28T08:18:03.499" v="1256" actId="108"/>
        <pc:sldMkLst>
          <pc:docMk/>
          <pc:sldMk cId="943867" sldId="8489"/>
        </pc:sldMkLst>
      </pc:sldChg>
      <pc:sldChg chg="modSp new mod ord">
        <pc:chgData name="Alexander Kastil" userId="25853297-1418-4fc4-96ec-22f8bc83a64b" providerId="ADAL" clId="{9EDFCDF1-22C6-47BF-BCCE-EE637B4589E0}" dt="2024-04-28T08:45:00.746" v="1659" actId="108"/>
        <pc:sldMkLst>
          <pc:docMk/>
          <pc:sldMk cId="3193633598" sldId="8490"/>
        </pc:sldMkLst>
      </pc:sldChg>
      <pc:sldChg chg="modSp new mod ord">
        <pc:chgData name="Alexander Kastil" userId="25853297-1418-4fc4-96ec-22f8bc83a64b" providerId="ADAL" clId="{9EDFCDF1-22C6-47BF-BCCE-EE637B4589E0}" dt="2024-04-28T09:21:30.701" v="2249"/>
        <pc:sldMkLst>
          <pc:docMk/>
          <pc:sldMk cId="3301127473" sldId="8491"/>
        </pc:sldMkLst>
      </pc:sldChg>
      <pc:sldChg chg="addSp modSp new mod ord">
        <pc:chgData name="Alexander Kastil" userId="25853297-1418-4fc4-96ec-22f8bc83a64b" providerId="ADAL" clId="{9EDFCDF1-22C6-47BF-BCCE-EE637B4589E0}" dt="2024-04-28T08:58:12.923" v="2048" actId="20577"/>
        <pc:sldMkLst>
          <pc:docMk/>
          <pc:sldMk cId="782063438" sldId="8492"/>
        </pc:sldMkLst>
      </pc:sldChg>
      <pc:sldChg chg="modSp new mod">
        <pc:chgData name="Alexander Kastil" userId="25853297-1418-4fc4-96ec-22f8bc83a64b" providerId="ADAL" clId="{9EDFCDF1-22C6-47BF-BCCE-EE637B4589E0}" dt="2024-04-28T14:16:53.296" v="2567"/>
        <pc:sldMkLst>
          <pc:docMk/>
          <pc:sldMk cId="2433222350" sldId="8493"/>
        </pc:sldMkLst>
      </pc:sldChg>
      <pc:sldChg chg="modSp new mod">
        <pc:chgData name="Alexander Kastil" userId="25853297-1418-4fc4-96ec-22f8bc83a64b" providerId="ADAL" clId="{9EDFCDF1-22C6-47BF-BCCE-EE637B4589E0}" dt="2024-04-28T09:09:32.083" v="2197" actId="20577"/>
        <pc:sldMkLst>
          <pc:docMk/>
          <pc:sldMk cId="1088766581" sldId="8494"/>
        </pc:sldMkLst>
      </pc:sldChg>
      <pc:sldChg chg="addSp modSp new del mod ord">
        <pc:chgData name="Alexander Kastil" userId="25853297-1418-4fc4-96ec-22f8bc83a64b" providerId="ADAL" clId="{9EDFCDF1-22C6-47BF-BCCE-EE637B4589E0}" dt="2024-04-28T09:22:24.255" v="2252" actId="2696"/>
        <pc:sldMkLst>
          <pc:docMk/>
          <pc:sldMk cId="3054204421" sldId="8495"/>
        </pc:sldMkLst>
      </pc:sldChg>
      <pc:sldChg chg="add">
        <pc:chgData name="Alexander Kastil" userId="25853297-1418-4fc4-96ec-22f8bc83a64b" providerId="ADAL" clId="{9EDFCDF1-22C6-47BF-BCCE-EE637B4589E0}" dt="2024-04-28T09:22:29.681" v="2253"/>
        <pc:sldMkLst>
          <pc:docMk/>
          <pc:sldMk cId="3875340337" sldId="8495"/>
        </pc:sldMkLst>
      </pc:sldChg>
      <pc:sldChg chg="addSp delSp modSp new del mod">
        <pc:chgData name="Alexander Kastil" userId="25853297-1418-4fc4-96ec-22f8bc83a64b" providerId="ADAL" clId="{9EDFCDF1-22C6-47BF-BCCE-EE637B4589E0}" dt="2024-04-28T09:22:24.255" v="2252" actId="2696"/>
        <pc:sldMkLst>
          <pc:docMk/>
          <pc:sldMk cId="2678595607" sldId="8496"/>
        </pc:sldMkLst>
      </pc:sldChg>
      <pc:sldChg chg="add">
        <pc:chgData name="Alexander Kastil" userId="25853297-1418-4fc4-96ec-22f8bc83a64b" providerId="ADAL" clId="{9EDFCDF1-22C6-47BF-BCCE-EE637B4589E0}" dt="2024-04-28T09:22:29.681" v="2253"/>
        <pc:sldMkLst>
          <pc:docMk/>
          <pc:sldMk cId="4185999800" sldId="8496"/>
        </pc:sldMkLst>
      </pc:sldChg>
      <pc:sldChg chg="new del">
        <pc:chgData name="Alexander Kastil" userId="25853297-1418-4fc4-96ec-22f8bc83a64b" providerId="ADAL" clId="{9EDFCDF1-22C6-47BF-BCCE-EE637B4589E0}" dt="2024-04-28T14:19:10.314" v="2604" actId="47"/>
        <pc:sldMkLst>
          <pc:docMk/>
          <pc:sldMk cId="276323177" sldId="8497"/>
        </pc:sldMkLst>
      </pc:sldChg>
      <pc:sldChg chg="modSp new mod">
        <pc:chgData name="Alexander Kastil" userId="25853297-1418-4fc4-96ec-22f8bc83a64b" providerId="ADAL" clId="{9EDFCDF1-22C6-47BF-BCCE-EE637B4589E0}" dt="2024-04-28T14:18:48.658" v="2603" actId="27636"/>
        <pc:sldMkLst>
          <pc:docMk/>
          <pc:sldMk cId="2275573862" sldId="8498"/>
        </pc:sldMkLst>
      </pc:sldChg>
      <pc:sldChg chg="modSp new mod ord">
        <pc:chgData name="Alexander Kastil" userId="25853297-1418-4fc4-96ec-22f8bc83a64b" providerId="ADAL" clId="{9EDFCDF1-22C6-47BF-BCCE-EE637B4589E0}" dt="2024-04-28T14:27:39.850" v="2631" actId="3626"/>
        <pc:sldMkLst>
          <pc:docMk/>
          <pc:sldMk cId="2842125732" sldId="8499"/>
        </pc:sldMkLst>
      </pc:sldChg>
      <pc:sldMasterChg chg="addSldLayout delSldLayout modSldLayout">
        <pc:chgData name="Alexander Kastil" userId="25853297-1418-4fc4-96ec-22f8bc83a64b" providerId="ADAL" clId="{9EDFCDF1-22C6-47BF-BCCE-EE637B4589E0}" dt="2024-05-01T06:20:24.744" v="2838" actId="2696"/>
        <pc:sldMasterMkLst>
          <pc:docMk/>
          <pc:sldMasterMk cId="3874831218" sldId="2147483931"/>
        </pc:sldMasterMkLst>
        <pc:sldLayoutChg chg="modSp mod">
          <pc:chgData name="Alexander Kastil" userId="25853297-1418-4fc4-96ec-22f8bc83a64b" providerId="ADAL" clId="{9EDFCDF1-22C6-47BF-BCCE-EE637B4589E0}" dt="2024-04-28T06:14:48.469" v="530" actId="14100"/>
          <pc:sldLayoutMkLst>
            <pc:docMk/>
            <pc:sldMasterMk cId="3874831218" sldId="2147483931"/>
            <pc:sldLayoutMk cId="1815437133" sldId="2147483932"/>
          </pc:sldLayoutMkLst>
        </pc:sldLayoutChg>
        <pc:sldLayoutChg chg="modSp">
          <pc:chgData name="Alexander Kastil" userId="25853297-1418-4fc4-96ec-22f8bc83a64b" providerId="ADAL" clId="{9EDFCDF1-22C6-47BF-BCCE-EE637B4589E0}" dt="2024-04-28T06:34:22.374" v="775" actId="404"/>
          <pc:sldLayoutMkLst>
            <pc:docMk/>
            <pc:sldMasterMk cId="3874831218" sldId="2147483931"/>
            <pc:sldLayoutMk cId="2684592848" sldId="2147483934"/>
          </pc:sldLayoutMkLst>
        </pc:sldLayoutChg>
        <pc:sldLayoutChg chg="modSp mod">
          <pc:chgData name="Alexander Kastil" userId="25853297-1418-4fc4-96ec-22f8bc83a64b" providerId="ADAL" clId="{9EDFCDF1-22C6-47BF-BCCE-EE637B4589E0}" dt="2024-04-28T06:13:09.902" v="515" actId="14100"/>
          <pc:sldLayoutMkLst>
            <pc:docMk/>
            <pc:sldMasterMk cId="3874831218" sldId="2147483931"/>
            <pc:sldLayoutMk cId="318351599" sldId="2147483935"/>
          </pc:sldLayoutMkLst>
        </pc:sldLayoutChg>
        <pc:sldLayoutChg chg="modSp add del mod">
          <pc:chgData name="Alexander Kastil" userId="25853297-1418-4fc4-96ec-22f8bc83a64b" providerId="ADAL" clId="{9EDFCDF1-22C6-47BF-BCCE-EE637B4589E0}" dt="2024-04-28T06:36:28.627" v="781" actId="2696"/>
          <pc:sldLayoutMkLst>
            <pc:docMk/>
            <pc:sldMasterMk cId="3874831218" sldId="2147483931"/>
            <pc:sldLayoutMk cId="2149892394" sldId="2147483936"/>
          </pc:sldLayoutMkLst>
        </pc:sldLayoutChg>
        <pc:sldLayoutChg chg="modSp del mod">
          <pc:chgData name="Alexander Kastil" userId="25853297-1418-4fc4-96ec-22f8bc83a64b" providerId="ADAL" clId="{9EDFCDF1-22C6-47BF-BCCE-EE637B4589E0}" dt="2024-04-28T06:36:10.017" v="779" actId="2696"/>
          <pc:sldLayoutMkLst>
            <pc:docMk/>
            <pc:sldMasterMk cId="3874831218" sldId="2147483931"/>
            <pc:sldLayoutMk cId="2414605036" sldId="2147483943"/>
          </pc:sldLayoutMkLst>
        </pc:sldLayoutChg>
        <pc:sldLayoutChg chg="del">
          <pc:chgData name="Alexander Kastil" userId="25853297-1418-4fc4-96ec-22f8bc83a64b" providerId="ADAL" clId="{9EDFCDF1-22C6-47BF-BCCE-EE637B4589E0}" dt="2024-04-28T06:35:26.913" v="778" actId="2696"/>
          <pc:sldLayoutMkLst>
            <pc:docMk/>
            <pc:sldMasterMk cId="3874831218" sldId="2147483931"/>
            <pc:sldLayoutMk cId="118696584" sldId="2147483944"/>
          </pc:sldLayoutMkLst>
        </pc:sldLayoutChg>
        <pc:sldLayoutChg chg="modSp mod">
          <pc:chgData name="Alexander Kastil" userId="25853297-1418-4fc4-96ec-22f8bc83a64b" providerId="ADAL" clId="{9EDFCDF1-22C6-47BF-BCCE-EE637B4589E0}" dt="2024-04-28T05:23:36.508" v="135" actId="14100"/>
          <pc:sldLayoutMkLst>
            <pc:docMk/>
            <pc:sldMasterMk cId="3874831218" sldId="2147483931"/>
            <pc:sldLayoutMk cId="4229385930" sldId="2147483946"/>
          </pc:sldLayoutMkLst>
        </pc:sldLayoutChg>
        <pc:sldLayoutChg chg="del">
          <pc:chgData name="Alexander Kastil" userId="25853297-1418-4fc4-96ec-22f8bc83a64b" providerId="ADAL" clId="{9EDFCDF1-22C6-47BF-BCCE-EE637B4589E0}" dt="2024-05-01T06:20:24.744" v="2838" actId="2696"/>
          <pc:sldLayoutMkLst>
            <pc:docMk/>
            <pc:sldMasterMk cId="3874831218" sldId="2147483931"/>
            <pc:sldLayoutMk cId="1763256790" sldId="2147483947"/>
          </pc:sldLayoutMkLst>
        </pc:sldLayoutChg>
        <pc:sldLayoutChg chg="del">
          <pc:chgData name="Alexander Kastil" userId="25853297-1418-4fc4-96ec-22f8bc83a64b" providerId="ADAL" clId="{9EDFCDF1-22C6-47BF-BCCE-EE637B4589E0}" dt="2024-05-01T06:20:07.537" v="2837" actId="2696"/>
          <pc:sldLayoutMkLst>
            <pc:docMk/>
            <pc:sldMasterMk cId="3874831218" sldId="2147483931"/>
            <pc:sldLayoutMk cId="1562344100" sldId="2147483948"/>
          </pc:sldLayoutMkLst>
        </pc:sldLayoutChg>
      </pc:sldMasterChg>
    </pc:docChg>
  </pc:docChgLst>
  <pc:docChgLst>
    <pc:chgData name="Alexander Kastil" userId="25853297-1418-4fc4-96ec-22f8bc83a64b" providerId="ADAL" clId="{CBE8FA88-4B1E-4C29-BCDF-73503FCC511F}"/>
    <pc:docChg chg="undo custSel addSld delSld modSld sldOrd">
      <pc:chgData name="Alexander Kastil" userId="25853297-1418-4fc4-96ec-22f8bc83a64b" providerId="ADAL" clId="{CBE8FA88-4B1E-4C29-BCDF-73503FCC511F}" dt="2024-10-02T19:25:27.880" v="162"/>
      <pc:docMkLst>
        <pc:docMk/>
      </pc:docMkLst>
      <pc:sldChg chg="addSp delSp modSp mod modClrScheme chgLayout">
        <pc:chgData name="Alexander Kastil" userId="25853297-1418-4fc4-96ec-22f8bc83a64b" providerId="ADAL" clId="{CBE8FA88-4B1E-4C29-BCDF-73503FCC511F}" dt="2024-10-02T16:08:27.181" v="41" actId="20577"/>
        <pc:sldMkLst>
          <pc:docMk/>
          <pc:sldMk cId="1025564574" sldId="256"/>
        </pc:sldMkLst>
      </pc:sldChg>
      <pc:sldChg chg="modSp mod">
        <pc:chgData name="Alexander Kastil" userId="25853297-1418-4fc4-96ec-22f8bc83a64b" providerId="ADAL" clId="{CBE8FA88-4B1E-4C29-BCDF-73503FCC511F}" dt="2024-10-02T19:21:15.966" v="154" actId="20577"/>
        <pc:sldMkLst>
          <pc:docMk/>
          <pc:sldMk cId="1814925833" sldId="257"/>
        </pc:sldMkLst>
      </pc:sldChg>
      <pc:sldChg chg="add">
        <pc:chgData name="Alexander Kastil" userId="25853297-1418-4fc4-96ec-22f8bc83a64b" providerId="ADAL" clId="{CBE8FA88-4B1E-4C29-BCDF-73503FCC511F}" dt="2024-10-02T19:21:00.020" v="147"/>
        <pc:sldMkLst>
          <pc:docMk/>
          <pc:sldMk cId="288234957" sldId="258"/>
        </pc:sldMkLst>
      </pc:sldChg>
      <pc:sldChg chg="del">
        <pc:chgData name="Alexander Kastil" userId="25853297-1418-4fc4-96ec-22f8bc83a64b" providerId="ADAL" clId="{CBE8FA88-4B1E-4C29-BCDF-73503FCC511F}" dt="2024-10-02T19:20:55.462" v="146" actId="2696"/>
        <pc:sldMkLst>
          <pc:docMk/>
          <pc:sldMk cId="3656196656" sldId="258"/>
        </pc:sldMkLst>
      </pc:sldChg>
      <pc:sldChg chg="add">
        <pc:chgData name="Alexander Kastil" userId="25853297-1418-4fc4-96ec-22f8bc83a64b" providerId="ADAL" clId="{CBE8FA88-4B1E-4C29-BCDF-73503FCC511F}" dt="2024-10-02T16:12:00.369" v="71"/>
        <pc:sldMkLst>
          <pc:docMk/>
          <pc:sldMk cId="224013511" sldId="1720"/>
        </pc:sldMkLst>
      </pc:sldChg>
      <pc:sldChg chg="del">
        <pc:chgData name="Alexander Kastil" userId="25853297-1418-4fc4-96ec-22f8bc83a64b" providerId="ADAL" clId="{CBE8FA88-4B1E-4C29-BCDF-73503FCC511F}" dt="2024-10-02T19:21:51.757" v="156" actId="47"/>
        <pc:sldMkLst>
          <pc:docMk/>
          <pc:sldMk cId="4242533445" sldId="1721"/>
        </pc:sldMkLst>
      </pc:sldChg>
      <pc:sldChg chg="modSp add mod">
        <pc:chgData name="Alexander Kastil" userId="25853297-1418-4fc4-96ec-22f8bc83a64b" providerId="ADAL" clId="{CBE8FA88-4B1E-4C29-BCDF-73503FCC511F}" dt="2024-10-02T16:12:00.396" v="72" actId="27636"/>
        <pc:sldMkLst>
          <pc:docMk/>
          <pc:sldMk cId="2674073567" sldId="1750"/>
        </pc:sldMkLst>
      </pc:sldChg>
      <pc:sldChg chg="del">
        <pc:chgData name="Alexander Kastil" userId="25853297-1418-4fc4-96ec-22f8bc83a64b" providerId="ADAL" clId="{CBE8FA88-4B1E-4C29-BCDF-73503FCC511F}" dt="2024-10-02T19:21:51.757" v="156" actId="47"/>
        <pc:sldMkLst>
          <pc:docMk/>
          <pc:sldMk cId="3609339455" sldId="1905"/>
        </pc:sldMkLst>
      </pc:sldChg>
      <pc:sldChg chg="del">
        <pc:chgData name="Alexander Kastil" userId="25853297-1418-4fc4-96ec-22f8bc83a64b" providerId="ADAL" clId="{CBE8FA88-4B1E-4C29-BCDF-73503FCC511F}" dt="2024-10-02T19:21:51.757" v="156" actId="47"/>
        <pc:sldMkLst>
          <pc:docMk/>
          <pc:sldMk cId="1588933147" sldId="1983"/>
        </pc:sldMkLst>
      </pc:sldChg>
      <pc:sldChg chg="modSp mod">
        <pc:chgData name="Alexander Kastil" userId="25853297-1418-4fc4-96ec-22f8bc83a64b" providerId="ADAL" clId="{CBE8FA88-4B1E-4C29-BCDF-73503FCC511F}" dt="2024-10-02T16:06:44.646" v="39" actId="6549"/>
        <pc:sldMkLst>
          <pc:docMk/>
          <pc:sldMk cId="3745641020" sldId="2020"/>
        </pc:sldMkLst>
      </pc:sldChg>
      <pc:sldChg chg="del">
        <pc:chgData name="Alexander Kastil" userId="25853297-1418-4fc4-96ec-22f8bc83a64b" providerId="ADAL" clId="{CBE8FA88-4B1E-4C29-BCDF-73503FCC511F}" dt="2024-10-02T19:21:51.757" v="156" actId="47"/>
        <pc:sldMkLst>
          <pc:docMk/>
          <pc:sldMk cId="1553678443" sldId="8464"/>
        </pc:sldMkLst>
      </pc:sldChg>
      <pc:sldChg chg="modSp mod ord">
        <pc:chgData name="Alexander Kastil" userId="25853297-1418-4fc4-96ec-22f8bc83a64b" providerId="ADAL" clId="{CBE8FA88-4B1E-4C29-BCDF-73503FCC511F}" dt="2024-10-02T19:16:10.839" v="122"/>
        <pc:sldMkLst>
          <pc:docMk/>
          <pc:sldMk cId="1661570778" sldId="8465"/>
        </pc:sldMkLst>
      </pc:sldChg>
      <pc:sldChg chg="ord">
        <pc:chgData name="Alexander Kastil" userId="25853297-1418-4fc4-96ec-22f8bc83a64b" providerId="ADAL" clId="{CBE8FA88-4B1E-4C29-BCDF-73503FCC511F}" dt="2024-10-02T19:16:14.872" v="124"/>
        <pc:sldMkLst>
          <pc:docMk/>
          <pc:sldMk cId="3526829860" sldId="8466"/>
        </pc:sldMkLst>
      </pc:sldChg>
      <pc:sldChg chg="add">
        <pc:chgData name="Alexander Kastil" userId="25853297-1418-4fc4-96ec-22f8bc83a64b" providerId="ADAL" clId="{CBE8FA88-4B1E-4C29-BCDF-73503FCC511F}" dt="2024-10-02T19:21:00.020" v="147"/>
        <pc:sldMkLst>
          <pc:docMk/>
          <pc:sldMk cId="759204927" sldId="8468"/>
        </pc:sldMkLst>
      </pc:sldChg>
      <pc:sldChg chg="del">
        <pc:chgData name="Alexander Kastil" userId="25853297-1418-4fc4-96ec-22f8bc83a64b" providerId="ADAL" clId="{CBE8FA88-4B1E-4C29-BCDF-73503FCC511F}" dt="2024-10-02T19:20:55.462" v="146" actId="2696"/>
        <pc:sldMkLst>
          <pc:docMk/>
          <pc:sldMk cId="2495904611" sldId="8468"/>
        </pc:sldMkLst>
      </pc:sldChg>
      <pc:sldChg chg="del">
        <pc:chgData name="Alexander Kastil" userId="25853297-1418-4fc4-96ec-22f8bc83a64b" providerId="ADAL" clId="{CBE8FA88-4B1E-4C29-BCDF-73503FCC511F}" dt="2024-10-02T19:21:51.757" v="156" actId="47"/>
        <pc:sldMkLst>
          <pc:docMk/>
          <pc:sldMk cId="389764012" sldId="8469"/>
        </pc:sldMkLst>
      </pc:sldChg>
      <pc:sldChg chg="del">
        <pc:chgData name="Alexander Kastil" userId="25853297-1418-4fc4-96ec-22f8bc83a64b" providerId="ADAL" clId="{CBE8FA88-4B1E-4C29-BCDF-73503FCC511F}" dt="2024-10-02T19:21:51.757" v="156" actId="47"/>
        <pc:sldMkLst>
          <pc:docMk/>
          <pc:sldMk cId="3517515508" sldId="8470"/>
        </pc:sldMkLst>
      </pc:sldChg>
      <pc:sldChg chg="del">
        <pc:chgData name="Alexander Kastil" userId="25853297-1418-4fc4-96ec-22f8bc83a64b" providerId="ADAL" clId="{CBE8FA88-4B1E-4C29-BCDF-73503FCC511F}" dt="2024-10-02T19:21:51.757" v="156" actId="47"/>
        <pc:sldMkLst>
          <pc:docMk/>
          <pc:sldMk cId="1946821928" sldId="8471"/>
        </pc:sldMkLst>
      </pc:sldChg>
      <pc:sldChg chg="del">
        <pc:chgData name="Alexander Kastil" userId="25853297-1418-4fc4-96ec-22f8bc83a64b" providerId="ADAL" clId="{CBE8FA88-4B1E-4C29-BCDF-73503FCC511F}" dt="2024-10-02T19:20:55.462" v="146" actId="2696"/>
        <pc:sldMkLst>
          <pc:docMk/>
          <pc:sldMk cId="775419567" sldId="8475"/>
        </pc:sldMkLst>
      </pc:sldChg>
      <pc:sldChg chg="add">
        <pc:chgData name="Alexander Kastil" userId="25853297-1418-4fc4-96ec-22f8bc83a64b" providerId="ADAL" clId="{CBE8FA88-4B1E-4C29-BCDF-73503FCC511F}" dt="2024-10-02T19:21:00.020" v="147"/>
        <pc:sldMkLst>
          <pc:docMk/>
          <pc:sldMk cId="2365443317" sldId="8475"/>
        </pc:sldMkLst>
      </pc:sldChg>
      <pc:sldChg chg="del">
        <pc:chgData name="Alexander Kastil" userId="25853297-1418-4fc4-96ec-22f8bc83a64b" providerId="ADAL" clId="{CBE8FA88-4B1E-4C29-BCDF-73503FCC511F}" dt="2024-10-02T19:20:55.462" v="146" actId="2696"/>
        <pc:sldMkLst>
          <pc:docMk/>
          <pc:sldMk cId="620756744" sldId="8476"/>
        </pc:sldMkLst>
      </pc:sldChg>
      <pc:sldChg chg="add">
        <pc:chgData name="Alexander Kastil" userId="25853297-1418-4fc4-96ec-22f8bc83a64b" providerId="ADAL" clId="{CBE8FA88-4B1E-4C29-BCDF-73503FCC511F}" dt="2024-10-02T19:21:00.020" v="147"/>
        <pc:sldMkLst>
          <pc:docMk/>
          <pc:sldMk cId="1544978287" sldId="8476"/>
        </pc:sldMkLst>
      </pc:sldChg>
      <pc:sldChg chg="del">
        <pc:chgData name="Alexander Kastil" userId="25853297-1418-4fc4-96ec-22f8bc83a64b" providerId="ADAL" clId="{CBE8FA88-4B1E-4C29-BCDF-73503FCC511F}" dt="2024-10-02T19:21:51.757" v="156" actId="47"/>
        <pc:sldMkLst>
          <pc:docMk/>
          <pc:sldMk cId="1270988589" sldId="8477"/>
        </pc:sldMkLst>
      </pc:sldChg>
      <pc:sldChg chg="modSp add mod">
        <pc:chgData name="Alexander Kastil" userId="25853297-1418-4fc4-96ec-22f8bc83a64b" providerId="ADAL" clId="{CBE8FA88-4B1E-4C29-BCDF-73503FCC511F}" dt="2024-10-02T19:21:27.478" v="155" actId="20577"/>
        <pc:sldMkLst>
          <pc:docMk/>
          <pc:sldMk cId="1263764921" sldId="8478"/>
        </pc:sldMkLst>
      </pc:sldChg>
      <pc:sldChg chg="del">
        <pc:chgData name="Alexander Kastil" userId="25853297-1418-4fc4-96ec-22f8bc83a64b" providerId="ADAL" clId="{CBE8FA88-4B1E-4C29-BCDF-73503FCC511F}" dt="2024-10-02T19:20:55.462" v="146" actId="2696"/>
        <pc:sldMkLst>
          <pc:docMk/>
          <pc:sldMk cId="2610767576" sldId="8478"/>
        </pc:sldMkLst>
      </pc:sldChg>
      <pc:sldChg chg="addSp delSp modSp mod">
        <pc:chgData name="Alexander Kastil" userId="25853297-1418-4fc4-96ec-22f8bc83a64b" providerId="ADAL" clId="{CBE8FA88-4B1E-4C29-BCDF-73503FCC511F}" dt="2024-10-02T19:11:02.677" v="81" actId="1076"/>
        <pc:sldMkLst>
          <pc:docMk/>
          <pc:sldMk cId="3579897819" sldId="8481"/>
        </pc:sldMkLst>
      </pc:sldChg>
      <pc:sldChg chg="ord">
        <pc:chgData name="Alexander Kastil" userId="25853297-1418-4fc4-96ec-22f8bc83a64b" providerId="ADAL" clId="{CBE8FA88-4B1E-4C29-BCDF-73503FCC511F}" dt="2024-10-02T19:25:27.880" v="162"/>
        <pc:sldMkLst>
          <pc:docMk/>
          <pc:sldMk cId="2387333562" sldId="8482"/>
        </pc:sldMkLst>
      </pc:sldChg>
      <pc:sldChg chg="del">
        <pc:chgData name="Alexander Kastil" userId="25853297-1418-4fc4-96ec-22f8bc83a64b" providerId="ADAL" clId="{CBE8FA88-4B1E-4C29-BCDF-73503FCC511F}" dt="2024-10-02T19:23:50.019" v="158" actId="2696"/>
        <pc:sldMkLst>
          <pc:docMk/>
          <pc:sldMk cId="133460003" sldId="8483"/>
        </pc:sldMkLst>
      </pc:sldChg>
      <pc:sldChg chg="modSp mod">
        <pc:chgData name="Alexander Kastil" userId="25853297-1418-4fc4-96ec-22f8bc83a64b" providerId="ADAL" clId="{CBE8FA88-4B1E-4C29-BCDF-73503FCC511F}" dt="2024-10-02T16:11:21.881" v="69" actId="27636"/>
        <pc:sldMkLst>
          <pc:docMk/>
          <pc:sldMk cId="2397158577" sldId="8486"/>
        </pc:sldMkLst>
      </pc:sldChg>
      <pc:sldChg chg="del">
        <pc:chgData name="Alexander Kastil" userId="25853297-1418-4fc4-96ec-22f8bc83a64b" providerId="ADAL" clId="{CBE8FA88-4B1E-4C29-BCDF-73503FCC511F}" dt="2024-10-02T16:11:56.739" v="70" actId="47"/>
        <pc:sldMkLst>
          <pc:docMk/>
          <pc:sldMk cId="2233255972" sldId="8488"/>
        </pc:sldMkLst>
      </pc:sldChg>
      <pc:sldChg chg="del">
        <pc:chgData name="Alexander Kastil" userId="25853297-1418-4fc4-96ec-22f8bc83a64b" providerId="ADAL" clId="{CBE8FA88-4B1E-4C29-BCDF-73503FCC511F}" dt="2024-10-02T16:11:56.739" v="70" actId="47"/>
        <pc:sldMkLst>
          <pc:docMk/>
          <pc:sldMk cId="943867" sldId="8489"/>
        </pc:sldMkLst>
      </pc:sldChg>
      <pc:sldChg chg="del">
        <pc:chgData name="Alexander Kastil" userId="25853297-1418-4fc4-96ec-22f8bc83a64b" providerId="ADAL" clId="{CBE8FA88-4B1E-4C29-BCDF-73503FCC511F}" dt="2024-10-02T16:11:56.739" v="70" actId="47"/>
        <pc:sldMkLst>
          <pc:docMk/>
          <pc:sldMk cId="3301127473" sldId="8491"/>
        </pc:sldMkLst>
      </pc:sldChg>
      <pc:sldChg chg="del">
        <pc:chgData name="Alexander Kastil" userId="25853297-1418-4fc4-96ec-22f8bc83a64b" providerId="ADAL" clId="{CBE8FA88-4B1E-4C29-BCDF-73503FCC511F}" dt="2024-10-02T19:20:22.251" v="144" actId="2696"/>
        <pc:sldMkLst>
          <pc:docMk/>
          <pc:sldMk cId="782063438" sldId="8492"/>
        </pc:sldMkLst>
      </pc:sldChg>
      <pc:sldChg chg="add">
        <pc:chgData name="Alexander Kastil" userId="25853297-1418-4fc4-96ec-22f8bc83a64b" providerId="ADAL" clId="{CBE8FA88-4B1E-4C29-BCDF-73503FCC511F}" dt="2024-10-02T19:20:40.545" v="145"/>
        <pc:sldMkLst>
          <pc:docMk/>
          <pc:sldMk cId="2340016405" sldId="8492"/>
        </pc:sldMkLst>
      </pc:sldChg>
      <pc:sldChg chg="ord">
        <pc:chgData name="Alexander Kastil" userId="25853297-1418-4fc4-96ec-22f8bc83a64b" providerId="ADAL" clId="{CBE8FA88-4B1E-4C29-BCDF-73503FCC511F}" dt="2024-10-02T19:25:23.080" v="160"/>
        <pc:sldMkLst>
          <pc:docMk/>
          <pc:sldMk cId="2433222350" sldId="8493"/>
        </pc:sldMkLst>
      </pc:sldChg>
      <pc:sldChg chg="add">
        <pc:chgData name="Alexander Kastil" userId="25853297-1418-4fc4-96ec-22f8bc83a64b" providerId="ADAL" clId="{CBE8FA88-4B1E-4C29-BCDF-73503FCC511F}" dt="2024-10-02T19:23:12.113" v="157"/>
        <pc:sldMkLst>
          <pc:docMk/>
          <pc:sldMk cId="183230671" sldId="2147479726"/>
        </pc:sldMkLst>
      </pc:sldChg>
      <pc:sldChg chg="delSp modSp add del mod modClrScheme delAnim chgLayout">
        <pc:chgData name="Alexander Kastil" userId="25853297-1418-4fc4-96ec-22f8bc83a64b" providerId="ADAL" clId="{CBE8FA88-4B1E-4C29-BCDF-73503FCC511F}" dt="2024-10-02T19:13:56.777" v="97" actId="47"/>
        <pc:sldMkLst>
          <pc:docMk/>
          <pc:sldMk cId="2030380707" sldId="2147479735"/>
        </pc:sldMkLst>
      </pc:sldChg>
      <pc:sldChg chg="modSp add mod ord">
        <pc:chgData name="Alexander Kastil" userId="25853297-1418-4fc4-96ec-22f8bc83a64b" providerId="ADAL" clId="{CBE8FA88-4B1E-4C29-BCDF-73503FCC511F}" dt="2024-10-02T19:20:05.368" v="143"/>
        <pc:sldMkLst>
          <pc:docMk/>
          <pc:sldMk cId="874258498" sldId="2147479737"/>
        </pc:sldMkLst>
      </pc:sldChg>
      <pc:sldChg chg="modSp add mod">
        <pc:chgData name="Alexander Kastil" userId="25853297-1418-4fc4-96ec-22f8bc83a64b" providerId="ADAL" clId="{CBE8FA88-4B1E-4C29-BCDF-73503FCC511F}" dt="2024-10-02T16:09:36.092" v="43" actId="27636"/>
        <pc:sldMkLst>
          <pc:docMk/>
          <pc:sldMk cId="1389929747" sldId="2147479741"/>
        </pc:sldMkLst>
      </pc:sldChg>
      <pc:sldChg chg="add del">
        <pc:chgData name="Alexander Kastil" userId="25853297-1418-4fc4-96ec-22f8bc83a64b" providerId="ADAL" clId="{CBE8FA88-4B1E-4C29-BCDF-73503FCC511F}" dt="2024-10-02T16:10:05.738" v="46" actId="47"/>
        <pc:sldMkLst>
          <pc:docMk/>
          <pc:sldMk cId="4091613680" sldId="2147479742"/>
        </pc:sldMkLst>
      </pc:sldChg>
      <pc:sldChg chg="add">
        <pc:chgData name="Alexander Kastil" userId="25853297-1418-4fc4-96ec-22f8bc83a64b" providerId="ADAL" clId="{CBE8FA88-4B1E-4C29-BCDF-73503FCC511F}" dt="2024-10-02T16:12:00.369" v="71"/>
        <pc:sldMkLst>
          <pc:docMk/>
          <pc:sldMk cId="3423567977" sldId="2147479745"/>
        </pc:sldMkLst>
      </pc:sldChg>
      <pc:sldChg chg="new del ord">
        <pc:chgData name="Alexander Kastil" userId="25853297-1418-4fc4-96ec-22f8bc83a64b" providerId="ADAL" clId="{CBE8FA88-4B1E-4C29-BCDF-73503FCC511F}" dt="2024-10-02T19:13:38.918" v="90" actId="47"/>
        <pc:sldMkLst>
          <pc:docMk/>
          <pc:sldMk cId="2925022685" sldId="2147479746"/>
        </pc:sldMkLst>
      </pc:sldChg>
      <pc:sldChg chg="addSp delSp modSp new mod ord">
        <pc:chgData name="Alexander Kastil" userId="25853297-1418-4fc4-96ec-22f8bc83a64b" providerId="ADAL" clId="{CBE8FA88-4B1E-4C29-BCDF-73503FCC511F}" dt="2024-10-02T19:19:55.365" v="141" actId="1076"/>
        <pc:sldMkLst>
          <pc:docMk/>
          <pc:sldMk cId="3921767350" sldId="2147479746"/>
        </pc:sldMkLst>
      </pc:sldChg>
    </pc:docChg>
  </pc:docChgLst>
  <pc:docChgLst>
    <pc:chgData name="Alexander Kastil" userId="25853297-1418-4fc4-96ec-22f8bc83a64b" providerId="ADAL" clId="{1283239A-4F1D-4383-A33A-00FAF3E6DF94}"/>
    <pc:docChg chg="delSld modSld">
      <pc:chgData name="Alexander Kastil" userId="25853297-1418-4fc4-96ec-22f8bc83a64b" providerId="ADAL" clId="{1283239A-4F1D-4383-A33A-00FAF3E6DF94}" dt="2025-10-04T13:59:02.718" v="35" actId="2696"/>
      <pc:docMkLst>
        <pc:docMk/>
      </pc:docMkLst>
      <pc:sldChg chg="modSp">
        <pc:chgData name="Alexander Kastil" userId="25853297-1418-4fc4-96ec-22f8bc83a64b" providerId="ADAL" clId="{1283239A-4F1D-4383-A33A-00FAF3E6DF94}" dt="2025-10-04T13:58:23.594" v="32" actId="20577"/>
        <pc:sldMkLst>
          <pc:docMk/>
          <pc:sldMk cId="1814925833" sldId="257"/>
        </pc:sldMkLst>
        <pc:spChg chg="mod">
          <ac:chgData name="Alexander Kastil" userId="25853297-1418-4fc4-96ec-22f8bc83a64b" providerId="ADAL" clId="{1283239A-4F1D-4383-A33A-00FAF3E6DF94}" dt="2025-10-04T13:58:23.594" v="32" actId="20577"/>
          <ac:spMkLst>
            <pc:docMk/>
            <pc:sldMk cId="1814925833" sldId="257"/>
            <ac:spMk id="5" creationId="{00000000-0000-0000-0000-000000000000}"/>
          </ac:spMkLst>
        </pc:spChg>
      </pc:sldChg>
      <pc:sldChg chg="modSp">
        <pc:chgData name="Alexander Kastil" userId="25853297-1418-4fc4-96ec-22f8bc83a64b" providerId="ADAL" clId="{1283239A-4F1D-4383-A33A-00FAF3E6DF94}" dt="2025-10-03T17:09:38.735" v="15" actId="20577"/>
        <pc:sldMkLst>
          <pc:docMk/>
          <pc:sldMk cId="1893195442" sldId="2562"/>
        </pc:sldMkLst>
        <pc:spChg chg="mod">
          <ac:chgData name="Alexander Kastil" userId="25853297-1418-4fc4-96ec-22f8bc83a64b" providerId="ADAL" clId="{1283239A-4F1D-4383-A33A-00FAF3E6DF94}" dt="2025-10-03T17:09:38.735" v="15" actId="20577"/>
          <ac:spMkLst>
            <pc:docMk/>
            <pc:sldMk cId="1893195442" sldId="2562"/>
            <ac:spMk id="2" creationId="{8C75819C-0A7B-B125-001B-CA88B8506C33}"/>
          </ac:spMkLst>
        </pc:spChg>
      </pc:sldChg>
      <pc:sldChg chg="del">
        <pc:chgData name="Alexander Kastil" userId="25853297-1418-4fc4-96ec-22f8bc83a64b" providerId="ADAL" clId="{1283239A-4F1D-4383-A33A-00FAF3E6DF94}" dt="2025-10-03T21:07:15.872" v="16" actId="2696"/>
        <pc:sldMkLst>
          <pc:docMk/>
          <pc:sldMk cId="467021759" sldId="2147479781"/>
        </pc:sldMkLst>
      </pc:sldChg>
      <pc:sldChg chg="del">
        <pc:chgData name="Alexander Kastil" userId="25853297-1418-4fc4-96ec-22f8bc83a64b" providerId="ADAL" clId="{1283239A-4F1D-4383-A33A-00FAF3E6DF94}" dt="2025-10-04T13:58:59.516" v="33" actId="2696"/>
        <pc:sldMkLst>
          <pc:docMk/>
          <pc:sldMk cId="986743637" sldId="2147479873"/>
        </pc:sldMkLst>
      </pc:sldChg>
      <pc:sldChg chg="del">
        <pc:chgData name="Alexander Kastil" userId="25853297-1418-4fc4-96ec-22f8bc83a64b" providerId="ADAL" clId="{1283239A-4F1D-4383-A33A-00FAF3E6DF94}" dt="2025-10-04T13:59:01.084" v="34" actId="2696"/>
        <pc:sldMkLst>
          <pc:docMk/>
          <pc:sldMk cId="2695551790" sldId="2147479874"/>
        </pc:sldMkLst>
      </pc:sldChg>
      <pc:sldChg chg="del">
        <pc:chgData name="Alexander Kastil" userId="25853297-1418-4fc4-96ec-22f8bc83a64b" providerId="ADAL" clId="{1283239A-4F1D-4383-A33A-00FAF3E6DF94}" dt="2025-10-04T13:59:02.718" v="35" actId="2696"/>
        <pc:sldMkLst>
          <pc:docMk/>
          <pc:sldMk cId="1110350494" sldId="2147479875"/>
        </pc:sldMkLst>
      </pc:sldChg>
    </pc:docChg>
  </pc:docChgLst>
  <pc:docChgLst>
    <pc:chgData name="Alexander Kastil" userId="S::alexander.kastil@integrations.at::25853297-1418-4fc4-96ec-22f8bc83a64b" providerId="AD" clId="Web-{8BFC1422-558A-FCDF-47E4-A8FC1805A2F9}"/>
    <pc:docChg chg="addSld delSld modSld sldOrd">
      <pc:chgData name="Alexander Kastil" userId="S::alexander.kastil@integrations.at::25853297-1418-4fc4-96ec-22f8bc83a64b" providerId="AD" clId="Web-{8BFC1422-558A-FCDF-47E4-A8FC1805A2F9}" dt="2025-09-14T19:04:21.699" v="17"/>
      <pc:docMkLst>
        <pc:docMk/>
      </pc:docMkLst>
      <pc:sldChg chg="del">
        <pc:chgData name="Alexander Kastil" userId="S::alexander.kastil@integrations.at::25853297-1418-4fc4-96ec-22f8bc83a64b" providerId="AD" clId="Web-{8BFC1422-558A-FCDF-47E4-A8FC1805A2F9}" dt="2025-09-14T19:02:16.289" v="0"/>
        <pc:sldMkLst>
          <pc:docMk/>
          <pc:sldMk cId="897094042" sldId="559"/>
        </pc:sldMkLst>
      </pc:sldChg>
      <pc:sldChg chg="modSp">
        <pc:chgData name="Alexander Kastil" userId="S::alexander.kastil@integrations.at::25853297-1418-4fc4-96ec-22f8bc83a64b" providerId="AD" clId="Web-{8BFC1422-558A-FCDF-47E4-A8FC1805A2F9}" dt="2025-09-14T19:03:02.853" v="8" actId="20577"/>
        <pc:sldMkLst>
          <pc:docMk/>
          <pc:sldMk cId="1263764921" sldId="8478"/>
        </pc:sldMkLst>
      </pc:sldChg>
      <pc:sldChg chg="modSp">
        <pc:chgData name="Alexander Kastil" userId="S::alexander.kastil@integrations.at::25853297-1418-4fc4-96ec-22f8bc83a64b" providerId="AD" clId="Web-{8BFC1422-558A-FCDF-47E4-A8FC1805A2F9}" dt="2025-09-14T19:03:16.446" v="15" actId="20577"/>
        <pc:sldMkLst>
          <pc:docMk/>
          <pc:sldMk cId="3266697795" sldId="2147479753"/>
        </pc:sldMkLst>
      </pc:sldChg>
      <pc:sldChg chg="new ord">
        <pc:chgData name="Alexander Kastil" userId="S::alexander.kastil@integrations.at::25853297-1418-4fc4-96ec-22f8bc83a64b" providerId="AD" clId="Web-{8BFC1422-558A-FCDF-47E4-A8FC1805A2F9}" dt="2025-09-14T19:04:21.699" v="17"/>
        <pc:sldMkLst>
          <pc:docMk/>
          <pc:sldMk cId="4162764457" sldId="2147479773"/>
        </pc:sldMkLst>
      </pc:sldChg>
    </pc:docChg>
  </pc:docChgLst>
  <pc:docChgLst>
    <pc:chgData name="Alexander Pajer" userId="25853297-1418-4fc4-96ec-22f8bc83a64b" providerId="ADAL" clId="{DBF547C1-C9BF-4354-AF88-A8A49E4F885F}"/>
    <pc:docChg chg="custSel modSld">
      <pc:chgData name="Alexander Pajer" userId="25853297-1418-4fc4-96ec-22f8bc83a64b" providerId="ADAL" clId="{DBF547C1-C9BF-4354-AF88-A8A49E4F885F}" dt="2023-09-27T14:52:55.800" v="19"/>
      <pc:docMkLst>
        <pc:docMk/>
      </pc:docMkLst>
      <pc:sldChg chg="addSp modSp mod modClrScheme chgLayout">
        <pc:chgData name="Alexander Pajer" userId="25853297-1418-4fc4-96ec-22f8bc83a64b" providerId="ADAL" clId="{DBF547C1-C9BF-4354-AF88-A8A49E4F885F}" dt="2023-09-27T14:48:33.966" v="5" actId="1076"/>
        <pc:sldMkLst>
          <pc:docMk/>
          <pc:sldMk cId="1025564574" sldId="256"/>
        </pc:sldMkLst>
      </pc:sldChg>
      <pc:sldChg chg="modSp">
        <pc:chgData name="Alexander Pajer" userId="25853297-1418-4fc4-96ec-22f8bc83a64b" providerId="ADAL" clId="{DBF547C1-C9BF-4354-AF88-A8A49E4F885F}" dt="2023-09-27T14:49:27.524" v="6"/>
        <pc:sldMkLst>
          <pc:docMk/>
          <pc:sldMk cId="1814925833" sldId="257"/>
        </pc:sldMkLst>
      </pc:sldChg>
      <pc:sldChg chg="modSp">
        <pc:chgData name="Alexander Pajer" userId="25853297-1418-4fc4-96ec-22f8bc83a64b" providerId="ADAL" clId="{DBF547C1-C9BF-4354-AF88-A8A49E4F885F}" dt="2023-09-27T14:49:27.524" v="6"/>
        <pc:sldMkLst>
          <pc:docMk/>
          <pc:sldMk cId="3367068962" sldId="568"/>
        </pc:sldMkLst>
      </pc:sldChg>
      <pc:sldChg chg="modSp">
        <pc:chgData name="Alexander Pajer" userId="25853297-1418-4fc4-96ec-22f8bc83a64b" providerId="ADAL" clId="{DBF547C1-C9BF-4354-AF88-A8A49E4F885F}" dt="2023-09-27T14:49:27.524" v="6"/>
        <pc:sldMkLst>
          <pc:docMk/>
          <pc:sldMk cId="2754056100" sldId="1937"/>
        </pc:sldMkLst>
      </pc:sldChg>
      <pc:sldChg chg="modSp mod">
        <pc:chgData name="Alexander Pajer" userId="25853297-1418-4fc4-96ec-22f8bc83a64b" providerId="ADAL" clId="{DBF547C1-C9BF-4354-AF88-A8A49E4F885F}" dt="2023-09-27T14:51:16.047" v="10" actId="313"/>
        <pc:sldMkLst>
          <pc:docMk/>
          <pc:sldMk cId="3137501773" sldId="1946"/>
        </pc:sldMkLst>
      </pc:sldChg>
      <pc:sldChg chg="modSp mod">
        <pc:chgData name="Alexander Pajer" userId="25853297-1418-4fc4-96ec-22f8bc83a64b" providerId="ADAL" clId="{DBF547C1-C9BF-4354-AF88-A8A49E4F885F}" dt="2023-09-27T14:50:37.726" v="9" actId="6549"/>
        <pc:sldMkLst>
          <pc:docMk/>
          <pc:sldMk cId="3611530081" sldId="1948"/>
        </pc:sldMkLst>
      </pc:sldChg>
      <pc:sldChg chg="modSp mod">
        <pc:chgData name="Alexander Pajer" userId="25853297-1418-4fc4-96ec-22f8bc83a64b" providerId="ADAL" clId="{DBF547C1-C9BF-4354-AF88-A8A49E4F885F}" dt="2023-09-27T14:52:35.247" v="16" actId="313"/>
        <pc:sldMkLst>
          <pc:docMk/>
          <pc:sldMk cId="1293500123" sldId="1953"/>
        </pc:sldMkLst>
      </pc:sldChg>
      <pc:sldChg chg="modSp mod">
        <pc:chgData name="Alexander Pajer" userId="25853297-1418-4fc4-96ec-22f8bc83a64b" providerId="ADAL" clId="{DBF547C1-C9BF-4354-AF88-A8A49E4F885F}" dt="2023-09-27T14:51:46.798" v="15" actId="20577"/>
        <pc:sldMkLst>
          <pc:docMk/>
          <pc:sldMk cId="1149192349" sldId="1954"/>
        </pc:sldMkLst>
      </pc:sldChg>
      <pc:sldChg chg="modSp mod">
        <pc:chgData name="Alexander Pajer" userId="25853297-1418-4fc4-96ec-22f8bc83a64b" providerId="ADAL" clId="{DBF547C1-C9BF-4354-AF88-A8A49E4F885F}" dt="2023-09-27T14:52:48.686" v="18" actId="313"/>
        <pc:sldMkLst>
          <pc:docMk/>
          <pc:sldMk cId="253633209" sldId="1956"/>
        </pc:sldMkLst>
      </pc:sldChg>
      <pc:sldChg chg="modSp">
        <pc:chgData name="Alexander Pajer" userId="25853297-1418-4fc4-96ec-22f8bc83a64b" providerId="ADAL" clId="{DBF547C1-C9BF-4354-AF88-A8A49E4F885F}" dt="2023-09-27T14:52:55.800" v="19"/>
        <pc:sldMkLst>
          <pc:docMk/>
          <pc:sldMk cId="2303504867" sldId="1957"/>
        </pc:sldMkLst>
      </pc:sldChg>
      <pc:sldChg chg="modSp">
        <pc:chgData name="Alexander Pajer" userId="25853297-1418-4fc4-96ec-22f8bc83a64b" providerId="ADAL" clId="{DBF547C1-C9BF-4354-AF88-A8A49E4F885F}" dt="2023-09-27T14:49:41.640" v="7"/>
        <pc:sldMkLst>
          <pc:docMk/>
          <pc:sldMk cId="820159404" sldId="1969"/>
        </pc:sldMkLst>
      </pc:sldChg>
    </pc:docChg>
  </pc:docChgLst>
  <pc:docChgLst>
    <pc:chgData name="Alexander Pajer" userId="25853297-1418-4fc4-96ec-22f8bc83a64b" providerId="ADAL" clId="{58F61B4D-9D1F-4C2A-A31D-09CCB96E983A}"/>
    <pc:docChg chg="undo custSel addSld delSld modSld sldOrd">
      <pc:chgData name="Alexander Pajer" userId="25853297-1418-4fc4-96ec-22f8bc83a64b" providerId="ADAL" clId="{58F61B4D-9D1F-4C2A-A31D-09CCB96E983A}" dt="2023-11-13T10:17:06.424" v="1573" actId="20577"/>
      <pc:docMkLst>
        <pc:docMk/>
      </pc:docMkLst>
      <pc:sldChg chg="modSp mod">
        <pc:chgData name="Alexander Pajer" userId="25853297-1418-4fc4-96ec-22f8bc83a64b" providerId="ADAL" clId="{58F61B4D-9D1F-4C2A-A31D-09CCB96E983A}" dt="2023-11-11T06:55:15.518" v="904" actId="122"/>
        <pc:sldMkLst>
          <pc:docMk/>
          <pc:sldMk cId="1025564574" sldId="256"/>
        </pc:sldMkLst>
      </pc:sldChg>
      <pc:sldChg chg="modSp mod">
        <pc:chgData name="Alexander Pajer" userId="25853297-1418-4fc4-96ec-22f8bc83a64b" providerId="ADAL" clId="{58F61B4D-9D1F-4C2A-A31D-09CCB96E983A}" dt="2023-11-13T09:20:36.424" v="1512" actId="20577"/>
        <pc:sldMkLst>
          <pc:docMk/>
          <pc:sldMk cId="3694117816" sldId="566"/>
        </pc:sldMkLst>
      </pc:sldChg>
      <pc:sldChg chg="modSp mod">
        <pc:chgData name="Alexander Pajer" userId="25853297-1418-4fc4-96ec-22f8bc83a64b" providerId="ADAL" clId="{58F61B4D-9D1F-4C2A-A31D-09CCB96E983A}" dt="2023-11-13T09:19:17.265" v="1511" actId="6549"/>
        <pc:sldMkLst>
          <pc:docMk/>
          <pc:sldMk cId="802514063" sldId="1936"/>
        </pc:sldMkLst>
      </pc:sldChg>
      <pc:sldChg chg="addSp delSp modSp mod">
        <pc:chgData name="Alexander Pajer" userId="25853297-1418-4fc4-96ec-22f8bc83a64b" providerId="ADAL" clId="{58F61B4D-9D1F-4C2A-A31D-09CCB96E983A}" dt="2023-11-10T19:56:58.401" v="817" actId="1076"/>
        <pc:sldMkLst>
          <pc:docMk/>
          <pc:sldMk cId="749796010" sldId="1944"/>
        </pc:sldMkLst>
      </pc:sldChg>
      <pc:sldChg chg="addSp modSp mod">
        <pc:chgData name="Alexander Pajer" userId="25853297-1418-4fc4-96ec-22f8bc83a64b" providerId="ADAL" clId="{58F61B4D-9D1F-4C2A-A31D-09CCB96E983A}" dt="2023-11-10T19:08:38.073" v="291" actId="20577"/>
        <pc:sldMkLst>
          <pc:docMk/>
          <pc:sldMk cId="1293500123" sldId="1953"/>
        </pc:sldMkLst>
      </pc:sldChg>
      <pc:sldChg chg="modSp mod">
        <pc:chgData name="Alexander Pajer" userId="25853297-1418-4fc4-96ec-22f8bc83a64b" providerId="ADAL" clId="{58F61B4D-9D1F-4C2A-A31D-09CCB96E983A}" dt="2023-11-10T19:11:54.972" v="370" actId="20577"/>
        <pc:sldMkLst>
          <pc:docMk/>
          <pc:sldMk cId="1149192349" sldId="1954"/>
        </pc:sldMkLst>
      </pc:sldChg>
      <pc:sldChg chg="delSp modSp mod">
        <pc:chgData name="Alexander Pajer" userId="25853297-1418-4fc4-96ec-22f8bc83a64b" providerId="ADAL" clId="{58F61B4D-9D1F-4C2A-A31D-09CCB96E983A}" dt="2023-11-10T20:00:18.306" v="860" actId="1076"/>
        <pc:sldMkLst>
          <pc:docMk/>
          <pc:sldMk cId="3674512815" sldId="1955"/>
        </pc:sldMkLst>
      </pc:sldChg>
      <pc:sldChg chg="addSp delSp modSp mod ord">
        <pc:chgData name="Alexander Pajer" userId="25853297-1418-4fc4-96ec-22f8bc83a64b" providerId="ADAL" clId="{58F61B4D-9D1F-4C2A-A31D-09CCB96E983A}" dt="2023-11-10T19:32:50.765" v="735" actId="20577"/>
        <pc:sldMkLst>
          <pc:docMk/>
          <pc:sldMk cId="253633209" sldId="1956"/>
        </pc:sldMkLst>
      </pc:sldChg>
      <pc:sldChg chg="modSp del mod">
        <pc:chgData name="Alexander Pajer" userId="25853297-1418-4fc4-96ec-22f8bc83a64b" providerId="ADAL" clId="{58F61B4D-9D1F-4C2A-A31D-09CCB96E983A}" dt="2023-11-10T19:10:46.167" v="318" actId="47"/>
        <pc:sldMkLst>
          <pc:docMk/>
          <pc:sldMk cId="2303504867" sldId="1957"/>
        </pc:sldMkLst>
      </pc:sldChg>
      <pc:sldChg chg="addSp delSp modSp mod ord">
        <pc:chgData name="Alexander Pajer" userId="25853297-1418-4fc4-96ec-22f8bc83a64b" providerId="ADAL" clId="{58F61B4D-9D1F-4C2A-A31D-09CCB96E983A}" dt="2023-11-10T19:30:43.249" v="654" actId="20577"/>
        <pc:sldMkLst>
          <pc:docMk/>
          <pc:sldMk cId="1719197650" sldId="1958"/>
        </pc:sldMkLst>
      </pc:sldChg>
      <pc:sldChg chg="modSp mod ord">
        <pc:chgData name="Alexander Pajer" userId="25853297-1418-4fc4-96ec-22f8bc83a64b" providerId="ADAL" clId="{58F61B4D-9D1F-4C2A-A31D-09CCB96E983A}" dt="2023-11-10T19:36:15.370" v="754" actId="108"/>
        <pc:sldMkLst>
          <pc:docMk/>
          <pc:sldMk cId="1456680750" sldId="1959"/>
        </pc:sldMkLst>
      </pc:sldChg>
      <pc:sldChg chg="modSp mod">
        <pc:chgData name="Alexander Pajer" userId="25853297-1418-4fc4-96ec-22f8bc83a64b" providerId="ADAL" clId="{58F61B4D-9D1F-4C2A-A31D-09CCB96E983A}" dt="2023-11-13T10:17:06.424" v="1573" actId="20577"/>
        <pc:sldMkLst>
          <pc:docMk/>
          <pc:sldMk cId="2302481982" sldId="1960"/>
        </pc:sldMkLst>
      </pc:sldChg>
      <pc:sldChg chg="modSp mod">
        <pc:chgData name="Alexander Pajer" userId="25853297-1418-4fc4-96ec-22f8bc83a64b" providerId="ADAL" clId="{58F61B4D-9D1F-4C2A-A31D-09CCB96E983A}" dt="2023-11-10T19:24:16.546" v="596" actId="313"/>
        <pc:sldMkLst>
          <pc:docMk/>
          <pc:sldMk cId="4015687973" sldId="1962"/>
        </pc:sldMkLst>
      </pc:sldChg>
      <pc:sldChg chg="modSp mod">
        <pc:chgData name="Alexander Pajer" userId="25853297-1418-4fc4-96ec-22f8bc83a64b" providerId="ADAL" clId="{58F61B4D-9D1F-4C2A-A31D-09CCB96E983A}" dt="2023-11-10T19:22:49.436" v="502" actId="20577"/>
        <pc:sldMkLst>
          <pc:docMk/>
          <pc:sldMk cId="168922053" sldId="1964"/>
        </pc:sldMkLst>
      </pc:sldChg>
      <pc:sldChg chg="addSp modSp mod ord">
        <pc:chgData name="Alexander Pajer" userId="25853297-1418-4fc4-96ec-22f8bc83a64b" providerId="ADAL" clId="{58F61B4D-9D1F-4C2A-A31D-09CCB96E983A}" dt="2023-11-10T19:57:47.601" v="823" actId="1076"/>
        <pc:sldMkLst>
          <pc:docMk/>
          <pc:sldMk cId="2561392820" sldId="1968"/>
        </pc:sldMkLst>
      </pc:sldChg>
      <pc:sldChg chg="modSp mod">
        <pc:chgData name="Alexander Pajer" userId="25853297-1418-4fc4-96ec-22f8bc83a64b" providerId="ADAL" clId="{58F61B4D-9D1F-4C2A-A31D-09CCB96E983A}" dt="2023-11-10T19:02:20.081" v="93" actId="20577"/>
        <pc:sldMkLst>
          <pc:docMk/>
          <pc:sldMk cId="3157729247" sldId="1971"/>
        </pc:sldMkLst>
      </pc:sldChg>
      <pc:sldChg chg="addSp delSp modSp mod">
        <pc:chgData name="Alexander Pajer" userId="25853297-1418-4fc4-96ec-22f8bc83a64b" providerId="ADAL" clId="{58F61B4D-9D1F-4C2A-A31D-09CCB96E983A}" dt="2023-11-10T18:57:17.145" v="3" actId="1076"/>
        <pc:sldMkLst>
          <pc:docMk/>
          <pc:sldMk cId="1995497280" sldId="1972"/>
        </pc:sldMkLst>
      </pc:sldChg>
      <pc:sldChg chg="addSp delSp modSp new mod chgLayout">
        <pc:chgData name="Alexander Pajer" userId="25853297-1418-4fc4-96ec-22f8bc83a64b" providerId="ADAL" clId="{58F61B4D-9D1F-4C2A-A31D-09CCB96E983A}" dt="2023-11-10T18:58:40.601" v="29" actId="20577"/>
        <pc:sldMkLst>
          <pc:docMk/>
          <pc:sldMk cId="1864947608" sldId="8450"/>
        </pc:sldMkLst>
      </pc:sldChg>
      <pc:sldChg chg="addSp delSp modSp new mod ord">
        <pc:chgData name="Alexander Pajer" userId="25853297-1418-4fc4-96ec-22f8bc83a64b" providerId="ADAL" clId="{58F61B4D-9D1F-4C2A-A31D-09CCB96E983A}" dt="2023-11-10T19:00:42.596" v="50"/>
        <pc:sldMkLst>
          <pc:docMk/>
          <pc:sldMk cId="2567322683" sldId="8451"/>
        </pc:sldMkLst>
      </pc:sldChg>
      <pc:sldChg chg="addSp delSp modSp new mod">
        <pc:chgData name="Alexander Pajer" userId="25853297-1418-4fc4-96ec-22f8bc83a64b" providerId="ADAL" clId="{58F61B4D-9D1F-4C2A-A31D-09CCB96E983A}" dt="2023-11-10T19:01:49.554" v="74" actId="1076"/>
        <pc:sldMkLst>
          <pc:docMk/>
          <pc:sldMk cId="3126891282" sldId="8452"/>
        </pc:sldMkLst>
      </pc:sldChg>
      <pc:sldChg chg="addSp delSp modSp new mod">
        <pc:chgData name="Alexander Pajer" userId="25853297-1418-4fc4-96ec-22f8bc83a64b" providerId="ADAL" clId="{58F61B4D-9D1F-4C2A-A31D-09CCB96E983A}" dt="2023-11-12T05:56:13.516" v="925" actId="1076"/>
        <pc:sldMkLst>
          <pc:docMk/>
          <pc:sldMk cId="436106185" sldId="8453"/>
        </pc:sldMkLst>
      </pc:sldChg>
      <pc:sldChg chg="addSp delSp modSp new mod">
        <pc:chgData name="Alexander Pajer" userId="25853297-1418-4fc4-96ec-22f8bc83a64b" providerId="ADAL" clId="{58F61B4D-9D1F-4C2A-A31D-09CCB96E983A}" dt="2023-11-13T09:53:35.096" v="1518" actId="20577"/>
        <pc:sldMkLst>
          <pc:docMk/>
          <pc:sldMk cId="295814618" sldId="8454"/>
        </pc:sldMkLst>
      </pc:sldChg>
      <pc:sldChg chg="addSp delSp modSp new mod">
        <pc:chgData name="Alexander Pajer" userId="25853297-1418-4fc4-96ec-22f8bc83a64b" providerId="ADAL" clId="{58F61B4D-9D1F-4C2A-A31D-09CCB96E983A}" dt="2023-11-12T06:19:10.981" v="1492" actId="11529"/>
        <pc:sldMkLst>
          <pc:docMk/>
          <pc:sldMk cId="2312433149" sldId="8455"/>
        </pc:sldMkLst>
      </pc:sldChg>
      <pc:sldChg chg="addSp modSp new mod">
        <pc:chgData name="Alexander Pajer" userId="25853297-1418-4fc4-96ec-22f8bc83a64b" providerId="ADAL" clId="{58F61B4D-9D1F-4C2A-A31D-09CCB96E983A}" dt="2023-11-12T06:01:59.196" v="1066" actId="1076"/>
        <pc:sldMkLst>
          <pc:docMk/>
          <pc:sldMk cId="403107829" sldId="8456"/>
        </pc:sldMkLst>
      </pc:sldChg>
    </pc:docChg>
  </pc:docChgLst>
  <pc:docChgLst>
    <pc:chgData name="Alexander Pajer" userId="25853297-1418-4fc4-96ec-22f8bc83a64b" providerId="ADAL" clId="{CFB4996A-B797-4392-849B-AC233C1AD45D}"/>
    <pc:docChg chg="undo custSel addSld delSld modSld sldOrd">
      <pc:chgData name="Alexander Pajer" userId="25853297-1418-4fc4-96ec-22f8bc83a64b" providerId="ADAL" clId="{CFB4996A-B797-4392-849B-AC233C1AD45D}" dt="2022-05-23T08:03:14.641" v="821" actId="20577"/>
      <pc:docMkLst>
        <pc:docMk/>
      </pc:docMkLst>
      <pc:sldChg chg="addSp delSp modSp mod">
        <pc:chgData name="Alexander Pajer" userId="25853297-1418-4fc4-96ec-22f8bc83a64b" providerId="ADAL" clId="{CFB4996A-B797-4392-849B-AC233C1AD45D}" dt="2022-05-23T06:22:57.656" v="405" actId="1076"/>
        <pc:sldMkLst>
          <pc:docMk/>
          <pc:sldMk cId="1025564574" sldId="256"/>
        </pc:sldMkLst>
      </pc:sldChg>
      <pc:sldChg chg="modSp mod">
        <pc:chgData name="Alexander Pajer" userId="25853297-1418-4fc4-96ec-22f8bc83a64b" providerId="ADAL" clId="{CFB4996A-B797-4392-849B-AC233C1AD45D}" dt="2022-05-23T06:15:49.506" v="343" actId="20577"/>
        <pc:sldMkLst>
          <pc:docMk/>
          <pc:sldMk cId="1814925833" sldId="257"/>
        </pc:sldMkLst>
      </pc:sldChg>
      <pc:sldChg chg="modSp mod">
        <pc:chgData name="Alexander Pajer" userId="25853297-1418-4fc4-96ec-22f8bc83a64b" providerId="ADAL" clId="{CFB4996A-B797-4392-849B-AC233C1AD45D}" dt="2022-05-22T20:03:30.934" v="339" actId="20577"/>
        <pc:sldMkLst>
          <pc:docMk/>
          <pc:sldMk cId="1851243006" sldId="566"/>
        </pc:sldMkLst>
      </pc:sldChg>
      <pc:sldChg chg="modSp mod">
        <pc:chgData name="Alexander Pajer" userId="25853297-1418-4fc4-96ec-22f8bc83a64b" providerId="ADAL" clId="{CFB4996A-B797-4392-849B-AC233C1AD45D}" dt="2022-05-23T06:17:18.364" v="376" actId="20577"/>
        <pc:sldMkLst>
          <pc:docMk/>
          <pc:sldMk cId="2961879718" sldId="567"/>
        </pc:sldMkLst>
      </pc:sldChg>
      <pc:sldChg chg="modSp mod">
        <pc:chgData name="Alexander Pajer" userId="25853297-1418-4fc4-96ec-22f8bc83a64b" providerId="ADAL" clId="{CFB4996A-B797-4392-849B-AC233C1AD45D}" dt="2022-05-23T06:17:49.547" v="388" actId="20577"/>
        <pc:sldMkLst>
          <pc:docMk/>
          <pc:sldMk cId="565906116" sldId="1940"/>
        </pc:sldMkLst>
      </pc:sldChg>
      <pc:sldChg chg="modSp mod">
        <pc:chgData name="Alexander Pajer" userId="25853297-1418-4fc4-96ec-22f8bc83a64b" providerId="ADAL" clId="{CFB4996A-B797-4392-849B-AC233C1AD45D}" dt="2022-05-23T06:18:23.099" v="389" actId="20577"/>
        <pc:sldMkLst>
          <pc:docMk/>
          <pc:sldMk cId="464972607" sldId="1943"/>
        </pc:sldMkLst>
      </pc:sldChg>
      <pc:sldChg chg="modSp mod">
        <pc:chgData name="Alexander Pajer" userId="25853297-1418-4fc4-96ec-22f8bc83a64b" providerId="ADAL" clId="{CFB4996A-B797-4392-849B-AC233C1AD45D}" dt="2022-05-23T06:18:42.115" v="396" actId="20577"/>
        <pc:sldMkLst>
          <pc:docMk/>
          <pc:sldMk cId="749796010" sldId="1944"/>
        </pc:sldMkLst>
      </pc:sldChg>
      <pc:sldChg chg="modSp mod">
        <pc:chgData name="Alexander Pajer" userId="25853297-1418-4fc4-96ec-22f8bc83a64b" providerId="ADAL" clId="{CFB4996A-B797-4392-849B-AC233C1AD45D}" dt="2022-05-22T19:59:35.975" v="288" actId="20577"/>
        <pc:sldMkLst>
          <pc:docMk/>
          <pc:sldMk cId="3550905746" sldId="1945"/>
        </pc:sldMkLst>
      </pc:sldChg>
      <pc:sldChg chg="modSp mod">
        <pc:chgData name="Alexander Pajer" userId="25853297-1418-4fc4-96ec-22f8bc83a64b" providerId="ADAL" clId="{CFB4996A-B797-4392-849B-AC233C1AD45D}" dt="2022-05-22T19:58:45.114" v="278" actId="5793"/>
        <pc:sldMkLst>
          <pc:docMk/>
          <pc:sldMk cId="3137501773" sldId="1946"/>
        </pc:sldMkLst>
      </pc:sldChg>
      <pc:sldChg chg="modSp mod">
        <pc:chgData name="Alexander Pajer" userId="25853297-1418-4fc4-96ec-22f8bc83a64b" providerId="ADAL" clId="{CFB4996A-B797-4392-849B-AC233C1AD45D}" dt="2022-05-23T06:19:04.746" v="397" actId="20577"/>
        <pc:sldMkLst>
          <pc:docMk/>
          <pc:sldMk cId="1293500123" sldId="1953"/>
        </pc:sldMkLst>
      </pc:sldChg>
      <pc:sldChg chg="modSp mod">
        <pc:chgData name="Alexander Pajer" userId="25853297-1418-4fc4-96ec-22f8bc83a64b" providerId="ADAL" clId="{CFB4996A-B797-4392-849B-AC233C1AD45D}" dt="2022-05-23T06:19:16.339" v="398" actId="20577"/>
        <pc:sldMkLst>
          <pc:docMk/>
          <pc:sldMk cId="253633209" sldId="1956"/>
        </pc:sldMkLst>
      </pc:sldChg>
      <pc:sldChg chg="addSp delSp modSp mod">
        <pc:chgData name="Alexander Pajer" userId="25853297-1418-4fc4-96ec-22f8bc83a64b" providerId="ADAL" clId="{CFB4996A-B797-4392-849B-AC233C1AD45D}" dt="2022-05-23T06:23:23.065" v="410" actId="1076"/>
        <pc:sldMkLst>
          <pc:docMk/>
          <pc:sldMk cId="2302481982" sldId="1960"/>
        </pc:sldMkLst>
      </pc:sldChg>
      <pc:sldChg chg="modSp add mod">
        <pc:chgData name="Alexander Pajer" userId="25853297-1418-4fc4-96ec-22f8bc83a64b" providerId="ADAL" clId="{CFB4996A-B797-4392-849B-AC233C1AD45D}" dt="2022-05-23T07:58:25.665" v="820" actId="20577"/>
        <pc:sldMkLst>
          <pc:docMk/>
          <pc:sldMk cId="714053986" sldId="1961"/>
        </pc:sldMkLst>
      </pc:sldChg>
      <pc:sldChg chg="modSp new mod ord">
        <pc:chgData name="Alexander Pajer" userId="25853297-1418-4fc4-96ec-22f8bc83a64b" providerId="ADAL" clId="{CFB4996A-B797-4392-849B-AC233C1AD45D}" dt="2022-05-23T08:03:14.641" v="821" actId="20577"/>
        <pc:sldMkLst>
          <pc:docMk/>
          <pc:sldMk cId="4015687973" sldId="1962"/>
        </pc:sldMkLst>
      </pc:sldChg>
      <pc:sldChg chg="addSp delSp modSp add mod">
        <pc:chgData name="Alexander Pajer" userId="25853297-1418-4fc4-96ec-22f8bc83a64b" providerId="ADAL" clId="{CFB4996A-B797-4392-849B-AC233C1AD45D}" dt="2022-05-23T06:41:07.542" v="700" actId="20577"/>
        <pc:sldMkLst>
          <pc:docMk/>
          <pc:sldMk cId="981537636" sldId="1963"/>
        </pc:sldMkLst>
      </pc:sldChg>
      <pc:sldChg chg="addSp delSp modSp new del mod">
        <pc:chgData name="Alexander Pajer" userId="25853297-1418-4fc4-96ec-22f8bc83a64b" providerId="ADAL" clId="{CFB4996A-B797-4392-849B-AC233C1AD45D}" dt="2022-05-23T06:36:26.140" v="633" actId="2696"/>
        <pc:sldMkLst>
          <pc:docMk/>
          <pc:sldMk cId="3848090242" sldId="1963"/>
        </pc:sldMkLst>
      </pc:sldChg>
      <pc:sldChg chg="addSp modSp new mod">
        <pc:chgData name="Alexander Pajer" userId="25853297-1418-4fc4-96ec-22f8bc83a64b" providerId="ADAL" clId="{CFB4996A-B797-4392-849B-AC233C1AD45D}" dt="2022-05-23T07:53:13.168" v="809" actId="1076"/>
        <pc:sldMkLst>
          <pc:docMk/>
          <pc:sldMk cId="168922053" sldId="1964"/>
        </pc:sldMkLst>
      </pc:sldChg>
    </pc:docChg>
  </pc:docChgLst>
  <pc:docChgLst>
    <pc:chgData name="Alexander Kastil" userId="25853297-1418-4fc4-96ec-22f8bc83a64b" providerId="ADAL" clId="{B17EA56F-A8B5-4954-B011-50901DE9AA44}"/>
    <pc:docChg chg="undo redo custSel addSld delSld modSld sldOrd addMainMaster modMainMaster addSection delSection">
      <pc:chgData name="Alexander Kastil" userId="25853297-1418-4fc4-96ec-22f8bc83a64b" providerId="ADAL" clId="{B17EA56F-A8B5-4954-B011-50901DE9AA44}" dt="2025-10-21T06:25:56.499" v="9545" actId="20577"/>
      <pc:docMkLst>
        <pc:docMk/>
      </pc:docMkLst>
      <pc:sldChg chg="modSp add del mod">
        <pc:chgData name="Alexander Kastil" userId="25853297-1418-4fc4-96ec-22f8bc83a64b" providerId="ADAL" clId="{B17EA56F-A8B5-4954-B011-50901DE9AA44}" dt="2025-10-04T05:48:06.338" v="6025" actId="20577"/>
        <pc:sldMkLst>
          <pc:docMk/>
          <pc:sldMk cId="1814925833" sldId="257"/>
        </pc:sldMkLst>
        <pc:spChg chg="mod">
          <ac:chgData name="Alexander Kastil" userId="25853297-1418-4fc4-96ec-22f8bc83a64b" providerId="ADAL" clId="{B17EA56F-A8B5-4954-B011-50901DE9AA44}" dt="2025-10-04T05:48:06.338" v="6025" actId="20577"/>
          <ac:spMkLst>
            <pc:docMk/>
            <pc:sldMk cId="1814925833" sldId="257"/>
            <ac:spMk id="5" creationId="{00000000-0000-0000-0000-000000000000}"/>
          </ac:spMkLst>
        </pc:spChg>
      </pc:sldChg>
      <pc:sldChg chg="add del">
        <pc:chgData name="Alexander Kastil" userId="25853297-1418-4fc4-96ec-22f8bc83a64b" providerId="ADAL" clId="{B17EA56F-A8B5-4954-B011-50901DE9AA44}" dt="2025-09-14T19:04:46.928" v="782"/>
        <pc:sldMkLst>
          <pc:docMk/>
          <pc:sldMk cId="3482683729" sldId="257"/>
        </pc:sldMkLst>
      </pc:sldChg>
      <pc:sldChg chg="del">
        <pc:chgData name="Alexander Kastil" userId="25853297-1418-4fc4-96ec-22f8bc83a64b" providerId="ADAL" clId="{B17EA56F-A8B5-4954-B011-50901DE9AA44}" dt="2025-09-16T09:07:30.858" v="903" actId="47"/>
        <pc:sldMkLst>
          <pc:docMk/>
          <pc:sldMk cId="288234957" sldId="258"/>
        </pc:sldMkLst>
      </pc:sldChg>
      <pc:sldChg chg="addSp delSp modSp new mod modClrScheme chgLayout">
        <pc:chgData name="Alexander Kastil" userId="25853297-1418-4fc4-96ec-22f8bc83a64b" providerId="ADAL" clId="{B17EA56F-A8B5-4954-B011-50901DE9AA44}" dt="2025-10-04T05:36:57.546" v="5834" actId="20577"/>
        <pc:sldMkLst>
          <pc:docMk/>
          <pc:sldMk cId="3843729735" sldId="258"/>
        </pc:sldMkLst>
        <pc:spChg chg="add mod ord">
          <ac:chgData name="Alexander Kastil" userId="25853297-1418-4fc4-96ec-22f8bc83a64b" providerId="ADAL" clId="{B17EA56F-A8B5-4954-B011-50901DE9AA44}" dt="2025-10-04T05:36:57.546" v="5834" actId="20577"/>
          <ac:spMkLst>
            <pc:docMk/>
            <pc:sldMk cId="3843729735" sldId="258"/>
            <ac:spMk id="4" creationId="{9982D092-4AC3-750B-210C-4E5B8401AA0E}"/>
          </ac:spMkLst>
        </pc:spChg>
        <pc:spChg chg="add mod ord">
          <ac:chgData name="Alexander Kastil" userId="25853297-1418-4fc4-96ec-22f8bc83a64b" providerId="ADAL" clId="{B17EA56F-A8B5-4954-B011-50901DE9AA44}" dt="2025-10-04T05:36:52.798" v="5820" actId="700"/>
          <ac:spMkLst>
            <pc:docMk/>
            <pc:sldMk cId="3843729735" sldId="258"/>
            <ac:spMk id="5" creationId="{6EFBE77E-D828-3FCA-640A-269D55B675C6}"/>
          </ac:spMkLst>
        </pc:spChg>
      </pc:sldChg>
      <pc:sldChg chg="addSp delSp modSp new mod modClrScheme chgLayout">
        <pc:chgData name="Alexander Kastil" userId="25853297-1418-4fc4-96ec-22f8bc83a64b" providerId="ADAL" clId="{B17EA56F-A8B5-4954-B011-50901DE9AA44}" dt="2025-10-04T05:41:42.813" v="6008" actId="2710"/>
        <pc:sldMkLst>
          <pc:docMk/>
          <pc:sldMk cId="3399071273" sldId="259"/>
        </pc:sldMkLst>
        <pc:spChg chg="add mod ord">
          <ac:chgData name="Alexander Kastil" userId="25853297-1418-4fc4-96ec-22f8bc83a64b" providerId="ADAL" clId="{B17EA56F-A8B5-4954-B011-50901DE9AA44}" dt="2025-10-04T05:38:09.618" v="5864" actId="20577"/>
          <ac:spMkLst>
            <pc:docMk/>
            <pc:sldMk cId="3399071273" sldId="259"/>
            <ac:spMk id="3" creationId="{B7127ADE-AA63-049B-3E61-9D1084E8534B}"/>
          </ac:spMkLst>
        </pc:spChg>
        <pc:spChg chg="add mod ord">
          <ac:chgData name="Alexander Kastil" userId="25853297-1418-4fc4-96ec-22f8bc83a64b" providerId="ADAL" clId="{B17EA56F-A8B5-4954-B011-50901DE9AA44}" dt="2025-10-04T05:41:42.813" v="6008" actId="2710"/>
          <ac:spMkLst>
            <pc:docMk/>
            <pc:sldMk cId="3399071273" sldId="259"/>
            <ac:spMk id="4" creationId="{D2F666F5-B0B8-80CA-2FD9-E727658C685E}"/>
          </ac:spMkLst>
        </pc:spChg>
        <pc:picChg chg="add mod ord">
          <ac:chgData name="Alexander Kastil" userId="25853297-1418-4fc4-96ec-22f8bc83a64b" providerId="ADAL" clId="{B17EA56F-A8B5-4954-B011-50901DE9AA44}" dt="2025-10-04T05:38:19.567" v="5867" actId="22"/>
          <ac:picMkLst>
            <pc:docMk/>
            <pc:sldMk cId="3399071273" sldId="259"/>
            <ac:picMk id="7" creationId="{96857D5F-01BD-86F5-9AAA-E66A48E19642}"/>
          </ac:picMkLst>
        </pc:picChg>
      </pc:sldChg>
      <pc:sldChg chg="addSp delSp modSp new add del mod modClrScheme chgLayout">
        <pc:chgData name="Alexander Kastil" userId="25853297-1418-4fc4-96ec-22f8bc83a64b" providerId="ADAL" clId="{B17EA56F-A8B5-4954-B011-50901DE9AA44}" dt="2025-10-04T06:30:13.222" v="6059" actId="2696"/>
        <pc:sldMkLst>
          <pc:docMk/>
          <pc:sldMk cId="1729723315" sldId="260"/>
        </pc:sldMkLst>
        <pc:spChg chg="add mod ord">
          <ac:chgData name="Alexander Kastil" userId="25853297-1418-4fc4-96ec-22f8bc83a64b" providerId="ADAL" clId="{B17EA56F-A8B5-4954-B011-50901DE9AA44}" dt="2025-10-04T06:29:19.297" v="6056" actId="20577"/>
          <ac:spMkLst>
            <pc:docMk/>
            <pc:sldMk cId="1729723315" sldId="260"/>
            <ac:spMk id="5" creationId="{BD926256-AF9C-E246-F9E0-AD91E8FCB479}"/>
          </ac:spMkLst>
        </pc:spChg>
        <pc:picChg chg="add mod ord">
          <ac:chgData name="Alexander Kastil" userId="25853297-1418-4fc4-96ec-22f8bc83a64b" providerId="ADAL" clId="{B17EA56F-A8B5-4954-B011-50901DE9AA44}" dt="2025-10-04T06:29:39.067" v="6057" actId="22"/>
          <ac:picMkLst>
            <pc:docMk/>
            <pc:sldMk cId="1729723315" sldId="260"/>
            <ac:picMk id="8" creationId="{569B6CBD-7604-6A31-0F93-71EF926CA850}"/>
          </ac:picMkLst>
        </pc:picChg>
      </pc:sldChg>
      <pc:sldChg chg="modSp add mod">
        <pc:chgData name="Alexander Kastil" userId="25853297-1418-4fc4-96ec-22f8bc83a64b" providerId="ADAL" clId="{B17EA56F-A8B5-4954-B011-50901DE9AA44}" dt="2025-10-08T06:59:13.547" v="8293" actId="20577"/>
        <pc:sldMkLst>
          <pc:docMk/>
          <pc:sldMk cId="1251668323" sldId="261"/>
        </pc:sldMkLst>
        <pc:spChg chg="mod">
          <ac:chgData name="Alexander Kastil" userId="25853297-1418-4fc4-96ec-22f8bc83a64b" providerId="ADAL" clId="{B17EA56F-A8B5-4954-B011-50901DE9AA44}" dt="2025-10-08T06:59:13.547" v="8293" actId="20577"/>
          <ac:spMkLst>
            <pc:docMk/>
            <pc:sldMk cId="1251668323" sldId="261"/>
            <ac:spMk id="4" creationId="{B4623305-958E-19F3-E402-7B5E2019E4E2}"/>
          </ac:spMkLst>
        </pc:spChg>
      </pc:sldChg>
      <pc:sldChg chg="addSp delSp modSp new del mod ord modClrScheme chgLayout">
        <pc:chgData name="Alexander Kastil" userId="25853297-1418-4fc4-96ec-22f8bc83a64b" providerId="ADAL" clId="{B17EA56F-A8B5-4954-B011-50901DE9AA44}" dt="2025-10-04T09:27:55.095" v="6136" actId="2696"/>
        <pc:sldMkLst>
          <pc:docMk/>
          <pc:sldMk cId="3190408716" sldId="261"/>
        </pc:sldMkLst>
      </pc:sldChg>
      <pc:sldChg chg="addSp delSp modSp new mod modClrScheme chgLayout">
        <pc:chgData name="Alexander Kastil" userId="25853297-1418-4fc4-96ec-22f8bc83a64b" providerId="ADAL" clId="{B17EA56F-A8B5-4954-B011-50901DE9AA44}" dt="2025-10-04T09:29:15.400" v="6175" actId="20577"/>
        <pc:sldMkLst>
          <pc:docMk/>
          <pc:sldMk cId="2934634330" sldId="262"/>
        </pc:sldMkLst>
        <pc:spChg chg="add mod ord">
          <ac:chgData name="Alexander Kastil" userId="25853297-1418-4fc4-96ec-22f8bc83a64b" providerId="ADAL" clId="{B17EA56F-A8B5-4954-B011-50901DE9AA44}" dt="2025-10-04T09:29:15.400" v="6175" actId="20577"/>
          <ac:spMkLst>
            <pc:docMk/>
            <pc:sldMk cId="2934634330" sldId="262"/>
            <ac:spMk id="5" creationId="{37D3F4CA-F757-7B2A-F0B1-89DD83BBDC20}"/>
          </ac:spMkLst>
        </pc:spChg>
        <pc:picChg chg="add mod ord">
          <ac:chgData name="Alexander Kastil" userId="25853297-1418-4fc4-96ec-22f8bc83a64b" providerId="ADAL" clId="{B17EA56F-A8B5-4954-B011-50901DE9AA44}" dt="2025-10-04T09:29:00.097" v="6140" actId="22"/>
          <ac:picMkLst>
            <pc:docMk/>
            <pc:sldMk cId="2934634330" sldId="262"/>
            <ac:picMk id="8" creationId="{ABBB09CC-2923-1B6E-B2AB-F4445FDF5342}"/>
          </ac:picMkLst>
        </pc:picChg>
      </pc:sldChg>
      <pc:sldChg chg="addSp delSp modSp new mod modClrScheme chgLayout">
        <pc:chgData name="Alexander Kastil" userId="25853297-1418-4fc4-96ec-22f8bc83a64b" providerId="ADAL" clId="{B17EA56F-A8B5-4954-B011-50901DE9AA44}" dt="2025-10-04T09:40:04.904" v="6493" actId="20577"/>
        <pc:sldMkLst>
          <pc:docMk/>
          <pc:sldMk cId="2760124315" sldId="263"/>
        </pc:sldMkLst>
        <pc:spChg chg="add mod ord">
          <ac:chgData name="Alexander Kastil" userId="25853297-1418-4fc4-96ec-22f8bc83a64b" providerId="ADAL" clId="{B17EA56F-A8B5-4954-B011-50901DE9AA44}" dt="2025-10-04T09:30:33.616" v="6203" actId="20577"/>
          <ac:spMkLst>
            <pc:docMk/>
            <pc:sldMk cId="2760124315" sldId="263"/>
            <ac:spMk id="4" creationId="{660A9FDD-06BF-873B-2F16-D3BBF0ACEEB3}"/>
          </ac:spMkLst>
        </pc:spChg>
        <pc:spChg chg="add mod ord">
          <ac:chgData name="Alexander Kastil" userId="25853297-1418-4fc4-96ec-22f8bc83a64b" providerId="ADAL" clId="{B17EA56F-A8B5-4954-B011-50901DE9AA44}" dt="2025-10-04T09:40:04.904" v="6493" actId="20577"/>
          <ac:spMkLst>
            <pc:docMk/>
            <pc:sldMk cId="2760124315" sldId="263"/>
            <ac:spMk id="5" creationId="{D2BFA1BC-12A9-6F20-6310-47050F6B0E86}"/>
          </ac:spMkLst>
        </pc:spChg>
        <pc:picChg chg="add mod ord">
          <ac:chgData name="Alexander Kastil" userId="25853297-1418-4fc4-96ec-22f8bc83a64b" providerId="ADAL" clId="{B17EA56F-A8B5-4954-B011-50901DE9AA44}" dt="2025-10-04T09:30:17.999" v="6179" actId="22"/>
          <ac:picMkLst>
            <pc:docMk/>
            <pc:sldMk cId="2760124315" sldId="263"/>
            <ac:picMk id="8" creationId="{BE32B6BC-C964-31F1-1E02-B593DBEA0ECD}"/>
          </ac:picMkLst>
        </pc:picChg>
      </pc:sldChg>
      <pc:sldChg chg="addSp delSp modSp new mod">
        <pc:chgData name="Alexander Kastil" userId="25853297-1418-4fc4-96ec-22f8bc83a64b" providerId="ADAL" clId="{B17EA56F-A8B5-4954-B011-50901DE9AA44}" dt="2025-10-04T09:37:22.176" v="6284" actId="15"/>
        <pc:sldMkLst>
          <pc:docMk/>
          <pc:sldMk cId="1433090065" sldId="264"/>
        </pc:sldMkLst>
        <pc:spChg chg="mod">
          <ac:chgData name="Alexander Kastil" userId="25853297-1418-4fc4-96ec-22f8bc83a64b" providerId="ADAL" clId="{B17EA56F-A8B5-4954-B011-50901DE9AA44}" dt="2025-10-04T09:36:30.596" v="6270"/>
          <ac:spMkLst>
            <pc:docMk/>
            <pc:sldMk cId="1433090065" sldId="264"/>
            <ac:spMk id="2" creationId="{89F7E85D-A227-AE0C-DC73-9897B467EB5A}"/>
          </ac:spMkLst>
        </pc:spChg>
        <pc:spChg chg="mod">
          <ac:chgData name="Alexander Kastil" userId="25853297-1418-4fc4-96ec-22f8bc83a64b" providerId="ADAL" clId="{B17EA56F-A8B5-4954-B011-50901DE9AA44}" dt="2025-10-04T09:37:22.176" v="6284" actId="15"/>
          <ac:spMkLst>
            <pc:docMk/>
            <pc:sldMk cId="1433090065" sldId="264"/>
            <ac:spMk id="3" creationId="{F79BB086-4F9F-3B8C-5ED9-EB40458E8412}"/>
          </ac:spMkLst>
        </pc:spChg>
        <pc:picChg chg="add mod ord">
          <ac:chgData name="Alexander Kastil" userId="25853297-1418-4fc4-96ec-22f8bc83a64b" providerId="ADAL" clId="{B17EA56F-A8B5-4954-B011-50901DE9AA44}" dt="2025-10-04T09:35:04.898" v="6269" actId="22"/>
          <ac:picMkLst>
            <pc:docMk/>
            <pc:sldMk cId="1433090065" sldId="264"/>
            <ac:picMk id="6" creationId="{A5CCC4DE-967E-564D-D580-421632446FB1}"/>
          </ac:picMkLst>
        </pc:picChg>
      </pc:sldChg>
      <pc:sldChg chg="addSp delSp modSp new mod ord modClrScheme chgLayout">
        <pc:chgData name="Alexander Kastil" userId="25853297-1418-4fc4-96ec-22f8bc83a64b" providerId="ADAL" clId="{B17EA56F-A8B5-4954-B011-50901DE9AA44}" dt="2025-10-05T09:12:43.331" v="8002"/>
        <pc:sldMkLst>
          <pc:docMk/>
          <pc:sldMk cId="1138156562" sldId="265"/>
        </pc:sldMkLst>
        <pc:spChg chg="add mod ord">
          <ac:chgData name="Alexander Kastil" userId="25853297-1418-4fc4-96ec-22f8bc83a64b" providerId="ADAL" clId="{B17EA56F-A8B5-4954-B011-50901DE9AA44}" dt="2025-10-04T09:52:53.448" v="6511" actId="20577"/>
          <ac:spMkLst>
            <pc:docMk/>
            <pc:sldMk cId="1138156562" sldId="265"/>
            <ac:spMk id="4" creationId="{ED548755-4894-DA49-5333-364C964EA8EB}"/>
          </ac:spMkLst>
        </pc:spChg>
        <pc:spChg chg="add mod ord">
          <ac:chgData name="Alexander Kastil" userId="25853297-1418-4fc4-96ec-22f8bc83a64b" providerId="ADAL" clId="{B17EA56F-A8B5-4954-B011-50901DE9AA44}" dt="2025-10-05T09:12:43.331" v="8002"/>
          <ac:spMkLst>
            <pc:docMk/>
            <pc:sldMk cId="1138156562" sldId="265"/>
            <ac:spMk id="5" creationId="{8EC522AF-5820-BEDC-FE86-F4C4658223EF}"/>
          </ac:spMkLst>
        </pc:spChg>
        <pc:picChg chg="add mod ord">
          <ac:chgData name="Alexander Kastil" userId="25853297-1418-4fc4-96ec-22f8bc83a64b" providerId="ADAL" clId="{B17EA56F-A8B5-4954-B011-50901DE9AA44}" dt="2025-10-04T09:55:15.264" v="6605" actId="22"/>
          <ac:picMkLst>
            <pc:docMk/>
            <pc:sldMk cId="1138156562" sldId="265"/>
            <ac:picMk id="12" creationId="{74BB0093-D4BC-1A01-488A-97D9B141C1E4}"/>
          </ac:picMkLst>
        </pc:picChg>
      </pc:sldChg>
      <pc:sldChg chg="addSp delSp modSp new mod">
        <pc:chgData name="Alexander Kastil" userId="25853297-1418-4fc4-96ec-22f8bc83a64b" providerId="ADAL" clId="{B17EA56F-A8B5-4954-B011-50901DE9AA44}" dt="2025-10-04T09:57:38.738" v="6704" actId="15"/>
        <pc:sldMkLst>
          <pc:docMk/>
          <pc:sldMk cId="1927772627" sldId="266"/>
        </pc:sldMkLst>
        <pc:spChg chg="mod">
          <ac:chgData name="Alexander Kastil" userId="25853297-1418-4fc4-96ec-22f8bc83a64b" providerId="ADAL" clId="{B17EA56F-A8B5-4954-B011-50901DE9AA44}" dt="2025-10-04T09:54:55.632" v="6604" actId="20577"/>
          <ac:spMkLst>
            <pc:docMk/>
            <pc:sldMk cId="1927772627" sldId="266"/>
            <ac:spMk id="2" creationId="{24605FFB-29F8-7019-CFB9-31C47887D926}"/>
          </ac:spMkLst>
        </pc:spChg>
        <pc:spChg chg="mod">
          <ac:chgData name="Alexander Kastil" userId="25853297-1418-4fc4-96ec-22f8bc83a64b" providerId="ADAL" clId="{B17EA56F-A8B5-4954-B011-50901DE9AA44}" dt="2025-10-04T09:57:38.738" v="6704" actId="15"/>
          <ac:spMkLst>
            <pc:docMk/>
            <pc:sldMk cId="1927772627" sldId="266"/>
            <ac:spMk id="3" creationId="{9E0C3147-3AF9-9E8A-CB25-03C1415F69D3}"/>
          </ac:spMkLst>
        </pc:spChg>
        <pc:picChg chg="add mod">
          <ac:chgData name="Alexander Kastil" userId="25853297-1418-4fc4-96ec-22f8bc83a64b" providerId="ADAL" clId="{B17EA56F-A8B5-4954-B011-50901DE9AA44}" dt="2025-10-04T09:54:47.565" v="6584"/>
          <ac:picMkLst>
            <pc:docMk/>
            <pc:sldMk cId="1927772627" sldId="266"/>
            <ac:picMk id="8" creationId="{3FA479EB-101C-2552-A08E-4C5BAAFB1008}"/>
          </ac:picMkLst>
        </pc:picChg>
      </pc:sldChg>
      <pc:sldChg chg="addSp delSp modSp new mod modClrScheme chgLayout">
        <pc:chgData name="Alexander Kastil" userId="25853297-1418-4fc4-96ec-22f8bc83a64b" providerId="ADAL" clId="{B17EA56F-A8B5-4954-B011-50901DE9AA44}" dt="2025-10-05T09:13:23.163" v="8005"/>
        <pc:sldMkLst>
          <pc:docMk/>
          <pc:sldMk cId="3340748895" sldId="267"/>
        </pc:sldMkLst>
        <pc:spChg chg="mod ord">
          <ac:chgData name="Alexander Kastil" userId="25853297-1418-4fc4-96ec-22f8bc83a64b" providerId="ADAL" clId="{B17EA56F-A8B5-4954-B011-50901DE9AA44}" dt="2025-10-04T10:59:40.765" v="6750" actId="27636"/>
          <ac:spMkLst>
            <pc:docMk/>
            <pc:sldMk cId="3340748895" sldId="267"/>
            <ac:spMk id="3" creationId="{A0E8E7BD-9671-739A-7806-DEBFDF15D387}"/>
          </ac:spMkLst>
        </pc:spChg>
        <pc:spChg chg="add mod ord">
          <ac:chgData name="Alexander Kastil" userId="25853297-1418-4fc4-96ec-22f8bc83a64b" providerId="ADAL" clId="{B17EA56F-A8B5-4954-B011-50901DE9AA44}" dt="2025-10-05T09:13:23.163" v="8005"/>
          <ac:spMkLst>
            <pc:docMk/>
            <pc:sldMk cId="3340748895" sldId="267"/>
            <ac:spMk id="4" creationId="{DA456542-840E-5B54-B02A-CD9F9446BFE3}"/>
          </ac:spMkLst>
        </pc:spChg>
        <pc:picChg chg="add mod ord">
          <ac:chgData name="Alexander Kastil" userId="25853297-1418-4fc4-96ec-22f8bc83a64b" providerId="ADAL" clId="{B17EA56F-A8B5-4954-B011-50901DE9AA44}" dt="2025-10-04T10:59:48.076" v="6751" actId="22"/>
          <ac:picMkLst>
            <pc:docMk/>
            <pc:sldMk cId="3340748895" sldId="267"/>
            <ac:picMk id="7" creationId="{C76CE9CC-1654-D1EF-6377-49B258A0FD76}"/>
          </ac:picMkLst>
        </pc:picChg>
      </pc:sldChg>
      <pc:sldChg chg="addSp delSp modSp new mod modClrScheme chgLayout">
        <pc:chgData name="Alexander Kastil" userId="25853297-1418-4fc4-96ec-22f8bc83a64b" providerId="ADAL" clId="{B17EA56F-A8B5-4954-B011-50901DE9AA44}" dt="2025-10-04T11:05:40.043" v="7224" actId="2710"/>
        <pc:sldMkLst>
          <pc:docMk/>
          <pc:sldMk cId="354748436" sldId="268"/>
        </pc:sldMkLst>
        <pc:spChg chg="add mod ord">
          <ac:chgData name="Alexander Kastil" userId="25853297-1418-4fc4-96ec-22f8bc83a64b" providerId="ADAL" clId="{B17EA56F-A8B5-4954-B011-50901DE9AA44}" dt="2025-10-04T11:04:25.576" v="7139" actId="20577"/>
          <ac:spMkLst>
            <pc:docMk/>
            <pc:sldMk cId="354748436" sldId="268"/>
            <ac:spMk id="4" creationId="{A974C870-D79F-57A2-388D-1B1326FCF9C8}"/>
          </ac:spMkLst>
        </pc:spChg>
        <pc:spChg chg="add mod ord">
          <ac:chgData name="Alexander Kastil" userId="25853297-1418-4fc4-96ec-22f8bc83a64b" providerId="ADAL" clId="{B17EA56F-A8B5-4954-B011-50901DE9AA44}" dt="2025-10-04T11:05:40.043" v="7224" actId="2710"/>
          <ac:spMkLst>
            <pc:docMk/>
            <pc:sldMk cId="354748436" sldId="268"/>
            <ac:spMk id="5" creationId="{2E0D05C2-E5A0-630E-A3FB-AD6DFEE9C4B6}"/>
          </ac:spMkLst>
        </pc:spChg>
        <pc:picChg chg="add mod ord">
          <ac:chgData name="Alexander Kastil" userId="25853297-1418-4fc4-96ec-22f8bc83a64b" providerId="ADAL" clId="{B17EA56F-A8B5-4954-B011-50901DE9AA44}" dt="2025-10-04T10:59:32.040" v="6748" actId="22"/>
          <ac:picMkLst>
            <pc:docMk/>
            <pc:sldMk cId="354748436" sldId="268"/>
            <ac:picMk id="9" creationId="{A5AE1095-8057-AD31-56CD-17EDBA427B0A}"/>
          </ac:picMkLst>
        </pc:picChg>
      </pc:sldChg>
      <pc:sldChg chg="new del">
        <pc:chgData name="Alexander Kastil" userId="25853297-1418-4fc4-96ec-22f8bc83a64b" providerId="ADAL" clId="{B17EA56F-A8B5-4954-B011-50901DE9AA44}" dt="2025-10-04T11:05:42.566" v="7225" actId="47"/>
        <pc:sldMkLst>
          <pc:docMk/>
          <pc:sldMk cId="1069077487" sldId="269"/>
        </pc:sldMkLst>
      </pc:sldChg>
      <pc:sldChg chg="add">
        <pc:chgData name="Alexander Kastil" userId="25853297-1418-4fc4-96ec-22f8bc83a64b" providerId="ADAL" clId="{B17EA56F-A8B5-4954-B011-50901DE9AA44}" dt="2025-10-04T15:39:38.973" v="7435"/>
        <pc:sldMkLst>
          <pc:docMk/>
          <pc:sldMk cId="3506936885" sldId="269"/>
        </pc:sldMkLst>
      </pc:sldChg>
      <pc:sldChg chg="addSp delSp modSp new del mod modClrScheme chgLayout">
        <pc:chgData name="Alexander Kastil" userId="25853297-1418-4fc4-96ec-22f8bc83a64b" providerId="ADAL" clId="{B17EA56F-A8B5-4954-B011-50901DE9AA44}" dt="2025-10-04T15:39:35.610" v="7434" actId="2696"/>
        <pc:sldMkLst>
          <pc:docMk/>
          <pc:sldMk cId="4285094907" sldId="269"/>
        </pc:sldMkLst>
      </pc:sldChg>
      <pc:sldChg chg="addSp delSp modSp new mod modClrScheme chgLayout">
        <pc:chgData name="Alexander Kastil" userId="25853297-1418-4fc4-96ec-22f8bc83a64b" providerId="ADAL" clId="{B17EA56F-A8B5-4954-B011-50901DE9AA44}" dt="2025-10-04T18:11:50.795" v="7711" actId="14"/>
        <pc:sldMkLst>
          <pc:docMk/>
          <pc:sldMk cId="3416440687" sldId="270"/>
        </pc:sldMkLst>
        <pc:spChg chg="add mod ord">
          <ac:chgData name="Alexander Kastil" userId="25853297-1418-4fc4-96ec-22f8bc83a64b" providerId="ADAL" clId="{B17EA56F-A8B5-4954-B011-50901DE9AA44}" dt="2025-10-04T18:10:46.017" v="7660" actId="27636"/>
          <ac:spMkLst>
            <pc:docMk/>
            <pc:sldMk cId="3416440687" sldId="270"/>
            <ac:spMk id="4" creationId="{FBFA9DB8-0EEF-A132-2E5D-B754C6F4651B}"/>
          </ac:spMkLst>
        </pc:spChg>
        <pc:spChg chg="add mod ord">
          <ac:chgData name="Alexander Kastil" userId="25853297-1418-4fc4-96ec-22f8bc83a64b" providerId="ADAL" clId="{B17EA56F-A8B5-4954-B011-50901DE9AA44}" dt="2025-10-04T18:11:50.795" v="7711" actId="14"/>
          <ac:spMkLst>
            <pc:docMk/>
            <pc:sldMk cId="3416440687" sldId="270"/>
            <ac:spMk id="5" creationId="{62A9DA1D-8509-92E6-F292-4B5646B823CD}"/>
          </ac:spMkLst>
        </pc:spChg>
        <pc:picChg chg="add mod ord">
          <ac:chgData name="Alexander Kastil" userId="25853297-1418-4fc4-96ec-22f8bc83a64b" providerId="ADAL" clId="{B17EA56F-A8B5-4954-B011-50901DE9AA44}" dt="2025-10-04T18:10:47.591" v="7661" actId="22"/>
          <ac:picMkLst>
            <pc:docMk/>
            <pc:sldMk cId="3416440687" sldId="270"/>
            <ac:picMk id="8" creationId="{E01AEC25-0D19-AD36-09F7-4863513A0388}"/>
          </ac:picMkLst>
        </pc:picChg>
      </pc:sldChg>
      <pc:sldChg chg="addSp delSp modSp new del mod chgLayout">
        <pc:chgData name="Alexander Kastil" userId="25853297-1418-4fc4-96ec-22f8bc83a64b" providerId="ADAL" clId="{B17EA56F-A8B5-4954-B011-50901DE9AA44}" dt="2025-10-04T11:10:36.127" v="7252" actId="47"/>
        <pc:sldMkLst>
          <pc:docMk/>
          <pc:sldMk cId="3982868774" sldId="270"/>
        </pc:sldMkLst>
      </pc:sldChg>
      <pc:sldChg chg="addSp delSp modSp new mod">
        <pc:chgData name="Alexander Kastil" userId="25853297-1418-4fc4-96ec-22f8bc83a64b" providerId="ADAL" clId="{B17EA56F-A8B5-4954-B011-50901DE9AA44}" dt="2025-10-04T18:14:16.949" v="7902" actId="22"/>
        <pc:sldMkLst>
          <pc:docMk/>
          <pc:sldMk cId="3375220226" sldId="271"/>
        </pc:sldMkLst>
        <pc:spChg chg="mod">
          <ac:chgData name="Alexander Kastil" userId="25853297-1418-4fc4-96ec-22f8bc83a64b" providerId="ADAL" clId="{B17EA56F-A8B5-4954-B011-50901DE9AA44}" dt="2025-10-04T18:12:00.585" v="7730" actId="20577"/>
          <ac:spMkLst>
            <pc:docMk/>
            <pc:sldMk cId="3375220226" sldId="271"/>
            <ac:spMk id="2" creationId="{E0B00670-F9D7-9C3E-3151-2C8FFC5BB087}"/>
          </ac:spMkLst>
        </pc:spChg>
        <pc:picChg chg="add mod">
          <ac:chgData name="Alexander Kastil" userId="25853297-1418-4fc4-96ec-22f8bc83a64b" providerId="ADAL" clId="{B17EA56F-A8B5-4954-B011-50901DE9AA44}" dt="2025-10-04T18:14:03.767" v="7901"/>
          <ac:picMkLst>
            <pc:docMk/>
            <pc:sldMk cId="3375220226" sldId="271"/>
            <ac:picMk id="9" creationId="{9B7CEED1-9853-7A7A-8248-6DF99E4C49A0}"/>
          </ac:picMkLst>
        </pc:picChg>
        <pc:picChg chg="add mod ord">
          <ac:chgData name="Alexander Kastil" userId="25853297-1418-4fc4-96ec-22f8bc83a64b" providerId="ADAL" clId="{B17EA56F-A8B5-4954-B011-50901DE9AA44}" dt="2025-10-04T18:14:16.949" v="7902" actId="22"/>
          <ac:picMkLst>
            <pc:docMk/>
            <pc:sldMk cId="3375220226" sldId="271"/>
            <ac:picMk id="11" creationId="{28913C41-093F-B461-3CF0-743191388174}"/>
          </ac:picMkLst>
        </pc:picChg>
      </pc:sldChg>
      <pc:sldChg chg="modSp new del mod">
        <pc:chgData name="Alexander Kastil" userId="25853297-1418-4fc4-96ec-22f8bc83a64b" providerId="ADAL" clId="{B17EA56F-A8B5-4954-B011-50901DE9AA44}" dt="2025-10-04T18:16:42.670" v="7945" actId="47"/>
        <pc:sldMkLst>
          <pc:docMk/>
          <pc:sldMk cId="2015515919" sldId="272"/>
        </pc:sldMkLst>
      </pc:sldChg>
      <pc:sldChg chg="modSp new del mod">
        <pc:chgData name="Alexander Kastil" userId="25853297-1418-4fc4-96ec-22f8bc83a64b" providerId="ADAL" clId="{B17EA56F-A8B5-4954-B011-50901DE9AA44}" dt="2025-10-04T18:23:42.015" v="7988" actId="47"/>
        <pc:sldMkLst>
          <pc:docMk/>
          <pc:sldMk cId="2750768510" sldId="272"/>
        </pc:sldMkLst>
      </pc:sldChg>
      <pc:sldChg chg="addSp delSp modSp new mod">
        <pc:chgData name="Alexander Kastil" userId="25853297-1418-4fc4-96ec-22f8bc83a64b" providerId="ADAL" clId="{B17EA56F-A8B5-4954-B011-50901DE9AA44}" dt="2025-10-08T06:53:09.545" v="8268" actId="20577"/>
        <pc:sldMkLst>
          <pc:docMk/>
          <pc:sldMk cId="4103455676" sldId="272"/>
        </pc:sldMkLst>
        <pc:spChg chg="mod">
          <ac:chgData name="Alexander Kastil" userId="25853297-1418-4fc4-96ec-22f8bc83a64b" providerId="ADAL" clId="{B17EA56F-A8B5-4954-B011-50901DE9AA44}" dt="2025-10-05T12:50:58.520" v="8027" actId="20577"/>
          <ac:spMkLst>
            <pc:docMk/>
            <pc:sldMk cId="4103455676" sldId="272"/>
            <ac:spMk id="2" creationId="{EBC9137F-AB65-1ED7-9F7D-AA51613FF913}"/>
          </ac:spMkLst>
        </pc:spChg>
        <pc:spChg chg="mod">
          <ac:chgData name="Alexander Kastil" userId="25853297-1418-4fc4-96ec-22f8bc83a64b" providerId="ADAL" clId="{B17EA56F-A8B5-4954-B011-50901DE9AA44}" dt="2025-10-08T06:53:09.545" v="8268" actId="20577"/>
          <ac:spMkLst>
            <pc:docMk/>
            <pc:sldMk cId="4103455676" sldId="272"/>
            <ac:spMk id="3" creationId="{5B575EF5-006A-8912-1ED2-9E041C0AE20A}"/>
          </ac:spMkLst>
        </pc:spChg>
        <pc:picChg chg="add mod ord">
          <ac:chgData name="Alexander Kastil" userId="25853297-1418-4fc4-96ec-22f8bc83a64b" providerId="ADAL" clId="{B17EA56F-A8B5-4954-B011-50901DE9AA44}" dt="2025-10-05T12:50:51.874" v="8007" actId="22"/>
          <ac:picMkLst>
            <pc:docMk/>
            <pc:sldMk cId="4103455676" sldId="272"/>
            <ac:picMk id="6" creationId="{026572F9-EFE5-B503-D357-16CA176FB40A}"/>
          </ac:picMkLst>
        </pc:picChg>
      </pc:sldChg>
      <pc:sldChg chg="addSp delSp modSp new mod modClrScheme chgLayout">
        <pc:chgData name="Alexander Kastil" userId="25853297-1418-4fc4-96ec-22f8bc83a64b" providerId="ADAL" clId="{B17EA56F-A8B5-4954-B011-50901DE9AA44}" dt="2025-10-04T18:16:34.522" v="7944" actId="22"/>
        <pc:sldMkLst>
          <pc:docMk/>
          <pc:sldMk cId="3978078154" sldId="273"/>
        </pc:sldMkLst>
        <pc:spChg chg="add mod ord">
          <ac:chgData name="Alexander Kastil" userId="25853297-1418-4fc4-96ec-22f8bc83a64b" providerId="ADAL" clId="{B17EA56F-A8B5-4954-B011-50901DE9AA44}" dt="2025-10-04T18:14:56.849" v="7940" actId="20577"/>
          <ac:spMkLst>
            <pc:docMk/>
            <pc:sldMk cId="3978078154" sldId="273"/>
            <ac:spMk id="4" creationId="{0D24C6A8-29C7-8716-29EF-78E0D6621A50}"/>
          </ac:spMkLst>
        </pc:spChg>
        <pc:picChg chg="add mod ord">
          <ac:chgData name="Alexander Kastil" userId="25853297-1418-4fc4-96ec-22f8bc83a64b" providerId="ADAL" clId="{B17EA56F-A8B5-4954-B011-50901DE9AA44}" dt="2025-10-04T18:16:14.673" v="7941" actId="22"/>
          <ac:picMkLst>
            <pc:docMk/>
            <pc:sldMk cId="3978078154" sldId="273"/>
            <ac:picMk id="8" creationId="{0B0144C0-ED87-8223-93F2-1E0464F98DA7}"/>
          </ac:picMkLst>
        </pc:picChg>
        <pc:picChg chg="add mod ord">
          <ac:chgData name="Alexander Kastil" userId="25853297-1418-4fc4-96ec-22f8bc83a64b" providerId="ADAL" clId="{B17EA56F-A8B5-4954-B011-50901DE9AA44}" dt="2025-10-04T18:16:34.522" v="7944" actId="22"/>
          <ac:picMkLst>
            <pc:docMk/>
            <pc:sldMk cId="3978078154" sldId="273"/>
            <ac:picMk id="12" creationId="{ADC60B39-16D1-5186-6CEA-824D838906B1}"/>
          </ac:picMkLst>
        </pc:picChg>
      </pc:sldChg>
      <pc:sldChg chg="addSp delSp modSp add del mod modClrScheme chgLayout">
        <pc:chgData name="Alexander Kastil" userId="25853297-1418-4fc4-96ec-22f8bc83a64b" providerId="ADAL" clId="{B17EA56F-A8B5-4954-B011-50901DE9AA44}" dt="2025-10-04T05:46:56.530" v="6017" actId="2696"/>
        <pc:sldMkLst>
          <pc:docMk/>
          <pc:sldMk cId="1047685664" sldId="274"/>
        </pc:sldMkLst>
      </pc:sldChg>
      <pc:sldChg chg="addSp delSp modSp add mod modClrScheme delAnim chgLayout">
        <pc:chgData name="Alexander Kastil" userId="25853297-1418-4fc4-96ec-22f8bc83a64b" providerId="ADAL" clId="{B17EA56F-A8B5-4954-B011-50901DE9AA44}" dt="2025-10-09T10:50:40.161" v="9526" actId="22"/>
        <pc:sldMkLst>
          <pc:docMk/>
          <pc:sldMk cId="1727370054" sldId="274"/>
        </pc:sldMkLst>
        <pc:spChg chg="mod ord">
          <ac:chgData name="Alexander Kastil" userId="25853297-1418-4fc4-96ec-22f8bc83a64b" providerId="ADAL" clId="{B17EA56F-A8B5-4954-B011-50901DE9AA44}" dt="2025-10-09T04:05:01.149" v="8956" actId="120"/>
          <ac:spMkLst>
            <pc:docMk/>
            <pc:sldMk cId="1727370054" sldId="274"/>
            <ac:spMk id="2" creationId="{972F12BF-6D3A-447E-A592-15BD36FC7573}"/>
          </ac:spMkLst>
        </pc:spChg>
        <pc:spChg chg="add mod ord">
          <ac:chgData name="Alexander Kastil" userId="25853297-1418-4fc4-96ec-22f8bc83a64b" providerId="ADAL" clId="{B17EA56F-A8B5-4954-B011-50901DE9AA44}" dt="2025-10-09T04:06:15.135" v="8989" actId="27636"/>
          <ac:spMkLst>
            <pc:docMk/>
            <pc:sldMk cId="1727370054" sldId="274"/>
            <ac:spMk id="8" creationId="{18EF6FAE-15D2-656B-0E02-3F6AF607715A}"/>
          </ac:spMkLst>
        </pc:spChg>
        <pc:picChg chg="add mod ord">
          <ac:chgData name="Alexander Kastil" userId="25853297-1418-4fc4-96ec-22f8bc83a64b" providerId="ADAL" clId="{B17EA56F-A8B5-4954-B011-50901DE9AA44}" dt="2025-10-09T10:50:40.161" v="9526" actId="22"/>
          <ac:picMkLst>
            <pc:docMk/>
            <pc:sldMk cId="1727370054" sldId="274"/>
            <ac:picMk id="10" creationId="{1E6D832F-D480-3C3F-C184-225A30A5D4C9}"/>
          </ac:picMkLst>
        </pc:picChg>
      </pc:sldChg>
      <pc:sldChg chg="add del">
        <pc:chgData name="Alexander Kastil" userId="25853297-1418-4fc4-96ec-22f8bc83a64b" providerId="ADAL" clId="{B17EA56F-A8B5-4954-B011-50901DE9AA44}" dt="2025-10-04T05:47:32.791" v="6019" actId="2696"/>
        <pc:sldMkLst>
          <pc:docMk/>
          <pc:sldMk cId="3635234028" sldId="274"/>
        </pc:sldMkLst>
      </pc:sldChg>
      <pc:sldChg chg="addSp delSp modSp new mod modClrScheme chgLayout">
        <pc:chgData name="Alexander Kastil" userId="25853297-1418-4fc4-96ec-22f8bc83a64b" providerId="ADAL" clId="{B17EA56F-A8B5-4954-B011-50901DE9AA44}" dt="2025-10-04T18:24:42.089" v="7998" actId="1076"/>
        <pc:sldMkLst>
          <pc:docMk/>
          <pc:sldMk cId="2996842422" sldId="275"/>
        </pc:sldMkLst>
        <pc:picChg chg="add mod">
          <ac:chgData name="Alexander Kastil" userId="25853297-1418-4fc4-96ec-22f8bc83a64b" providerId="ADAL" clId="{B17EA56F-A8B5-4954-B011-50901DE9AA44}" dt="2025-10-04T18:24:42.089" v="7998" actId="1076"/>
          <ac:picMkLst>
            <pc:docMk/>
            <pc:sldMk cId="2996842422" sldId="275"/>
            <ac:picMk id="8" creationId="{BF123B1C-9300-BD76-9B23-D318A1A51058}"/>
          </ac:picMkLst>
        </pc:picChg>
      </pc:sldChg>
      <pc:sldChg chg="addSp delSp modSp new mod">
        <pc:chgData name="Alexander Kastil" userId="25853297-1418-4fc4-96ec-22f8bc83a64b" providerId="ADAL" clId="{B17EA56F-A8B5-4954-B011-50901DE9AA44}" dt="2025-10-04T18:24:32.505" v="7996" actId="1076"/>
        <pc:sldMkLst>
          <pc:docMk/>
          <pc:sldMk cId="1806352941" sldId="276"/>
        </pc:sldMkLst>
        <pc:picChg chg="add mod">
          <ac:chgData name="Alexander Kastil" userId="25853297-1418-4fc4-96ec-22f8bc83a64b" providerId="ADAL" clId="{B17EA56F-A8B5-4954-B011-50901DE9AA44}" dt="2025-10-04T18:24:32.505" v="7996" actId="1076"/>
          <ac:picMkLst>
            <pc:docMk/>
            <pc:sldMk cId="1806352941" sldId="276"/>
            <ac:picMk id="5" creationId="{B067302A-4441-6D85-1BCB-F1259249128C}"/>
          </ac:picMkLst>
        </pc:picChg>
      </pc:sldChg>
      <pc:sldChg chg="delSp new del mod modClrScheme chgLayout">
        <pc:chgData name="Alexander Kastil" userId="25853297-1418-4fc4-96ec-22f8bc83a64b" providerId="ADAL" clId="{B17EA56F-A8B5-4954-B011-50901DE9AA44}" dt="2025-10-07T08:33:00.271" v="8134" actId="47"/>
        <pc:sldMkLst>
          <pc:docMk/>
          <pc:sldMk cId="1169473273" sldId="277"/>
        </pc:sldMkLst>
      </pc:sldChg>
      <pc:sldChg chg="modSp add mod">
        <pc:chgData name="Alexander Kastil" userId="25853297-1418-4fc4-96ec-22f8bc83a64b" providerId="ADAL" clId="{B17EA56F-A8B5-4954-B011-50901DE9AA44}" dt="2025-10-08T06:48:31.752" v="8190" actId="20577"/>
        <pc:sldMkLst>
          <pc:docMk/>
          <pc:sldMk cId="3010758319" sldId="277"/>
        </pc:sldMkLst>
        <pc:spChg chg="mod">
          <ac:chgData name="Alexander Kastil" userId="25853297-1418-4fc4-96ec-22f8bc83a64b" providerId="ADAL" clId="{B17EA56F-A8B5-4954-B011-50901DE9AA44}" dt="2025-10-08T06:48:31.752" v="8190" actId="20577"/>
          <ac:spMkLst>
            <pc:docMk/>
            <pc:sldMk cId="3010758319" sldId="277"/>
            <ac:spMk id="2" creationId="{D8A56CC0-D570-6FCD-230B-F251E527C88F}"/>
          </ac:spMkLst>
        </pc:spChg>
      </pc:sldChg>
      <pc:sldChg chg="modSp add del mod">
        <pc:chgData name="Alexander Kastil" userId="25853297-1418-4fc4-96ec-22f8bc83a64b" providerId="ADAL" clId="{B17EA56F-A8B5-4954-B011-50901DE9AA44}" dt="2025-10-08T09:44:16.779" v="8296" actId="47"/>
        <pc:sldMkLst>
          <pc:docMk/>
          <pc:sldMk cId="2381230197" sldId="278"/>
        </pc:sldMkLst>
      </pc:sldChg>
      <pc:sldChg chg="modSp add mod">
        <pc:chgData name="Alexander Kastil" userId="25853297-1418-4fc4-96ec-22f8bc83a64b" providerId="ADAL" clId="{B17EA56F-A8B5-4954-B011-50901DE9AA44}" dt="2025-10-08T11:57:30.292" v="8325" actId="20577"/>
        <pc:sldMkLst>
          <pc:docMk/>
          <pc:sldMk cId="3517956226" sldId="278"/>
        </pc:sldMkLst>
        <pc:spChg chg="mod">
          <ac:chgData name="Alexander Kastil" userId="25853297-1418-4fc4-96ec-22f8bc83a64b" providerId="ADAL" clId="{B17EA56F-A8B5-4954-B011-50901DE9AA44}" dt="2025-10-08T11:57:30.292" v="8325" actId="20577"/>
          <ac:spMkLst>
            <pc:docMk/>
            <pc:sldMk cId="3517956226" sldId="278"/>
            <ac:spMk id="2" creationId="{FB05C3B9-7376-2355-F6D6-B290070498C5}"/>
          </ac:spMkLst>
        </pc:spChg>
      </pc:sldChg>
      <pc:sldChg chg="new del">
        <pc:chgData name="Alexander Kastil" userId="25853297-1418-4fc4-96ec-22f8bc83a64b" providerId="ADAL" clId="{B17EA56F-A8B5-4954-B011-50901DE9AA44}" dt="2025-10-08T11:57:35.146" v="8327" actId="47"/>
        <pc:sldMkLst>
          <pc:docMk/>
          <pc:sldMk cId="2174325853" sldId="279"/>
        </pc:sldMkLst>
      </pc:sldChg>
      <pc:sldChg chg="new del">
        <pc:chgData name="Alexander Kastil" userId="25853297-1418-4fc4-96ec-22f8bc83a64b" providerId="ADAL" clId="{B17EA56F-A8B5-4954-B011-50901DE9AA44}" dt="2025-10-08T06:50:12.679" v="8221" actId="2696"/>
        <pc:sldMkLst>
          <pc:docMk/>
          <pc:sldMk cId="2350963252" sldId="279"/>
        </pc:sldMkLst>
      </pc:sldChg>
      <pc:sldChg chg="addSp delSp modSp new mod ord">
        <pc:chgData name="Alexander Kastil" userId="25853297-1418-4fc4-96ec-22f8bc83a64b" providerId="ADAL" clId="{B17EA56F-A8B5-4954-B011-50901DE9AA44}" dt="2025-10-08T12:08:36.244" v="8693" actId="20577"/>
        <pc:sldMkLst>
          <pc:docMk/>
          <pc:sldMk cId="2940532485" sldId="279"/>
        </pc:sldMkLst>
        <pc:spChg chg="mod">
          <ac:chgData name="Alexander Kastil" userId="25853297-1418-4fc4-96ec-22f8bc83a64b" providerId="ADAL" clId="{B17EA56F-A8B5-4954-B011-50901DE9AA44}" dt="2025-10-08T12:00:22.620" v="8363" actId="20577"/>
          <ac:spMkLst>
            <pc:docMk/>
            <pc:sldMk cId="2940532485" sldId="279"/>
            <ac:spMk id="2" creationId="{73906BB7-072B-BF14-72D3-5C51B67E1BB4}"/>
          </ac:spMkLst>
        </pc:spChg>
        <pc:spChg chg="mod">
          <ac:chgData name="Alexander Kastil" userId="25853297-1418-4fc4-96ec-22f8bc83a64b" providerId="ADAL" clId="{B17EA56F-A8B5-4954-B011-50901DE9AA44}" dt="2025-10-08T12:08:36.244" v="8693" actId="20577"/>
          <ac:spMkLst>
            <pc:docMk/>
            <pc:sldMk cId="2940532485" sldId="279"/>
            <ac:spMk id="3" creationId="{534238BC-9DBD-D883-2E6F-ED33745192C6}"/>
          </ac:spMkLst>
        </pc:spChg>
        <pc:picChg chg="add mod ord">
          <ac:chgData name="Alexander Kastil" userId="25853297-1418-4fc4-96ec-22f8bc83a64b" providerId="ADAL" clId="{B17EA56F-A8B5-4954-B011-50901DE9AA44}" dt="2025-10-08T12:06:45.200" v="8521" actId="22"/>
          <ac:picMkLst>
            <pc:docMk/>
            <pc:sldMk cId="2940532485" sldId="279"/>
            <ac:picMk id="18" creationId="{A31464C6-BF89-DB57-F9EF-86D43486CE2D}"/>
          </ac:picMkLst>
        </pc:picChg>
      </pc:sldChg>
      <pc:sldChg chg="add del">
        <pc:chgData name="Alexander Kastil" userId="25853297-1418-4fc4-96ec-22f8bc83a64b" providerId="ADAL" clId="{B17EA56F-A8B5-4954-B011-50901DE9AA44}" dt="2025-10-08T09:44:16.779" v="8296" actId="47"/>
        <pc:sldMkLst>
          <pc:docMk/>
          <pc:sldMk cId="3946904554" sldId="279"/>
        </pc:sldMkLst>
      </pc:sldChg>
      <pc:sldChg chg="add del">
        <pc:chgData name="Alexander Kastil" userId="25853297-1418-4fc4-96ec-22f8bc83a64b" providerId="ADAL" clId="{B17EA56F-A8B5-4954-B011-50901DE9AA44}" dt="2025-10-08T09:44:16.779" v="8296" actId="47"/>
        <pc:sldMkLst>
          <pc:docMk/>
          <pc:sldMk cId="12400087" sldId="280"/>
        </pc:sldMkLst>
      </pc:sldChg>
      <pc:sldChg chg="addSp delSp modSp new mod modClrScheme chgLayout">
        <pc:chgData name="Alexander Kastil" userId="25853297-1418-4fc4-96ec-22f8bc83a64b" providerId="ADAL" clId="{B17EA56F-A8B5-4954-B011-50901DE9AA44}" dt="2025-10-09T03:45:05.480" v="8769" actId="22"/>
        <pc:sldMkLst>
          <pc:docMk/>
          <pc:sldMk cId="3137318602" sldId="280"/>
        </pc:sldMkLst>
        <pc:spChg chg="add mod ord">
          <ac:chgData name="Alexander Kastil" userId="25853297-1418-4fc4-96ec-22f8bc83a64b" providerId="ADAL" clId="{B17EA56F-A8B5-4954-B011-50901DE9AA44}" dt="2025-10-08T12:14:30.573" v="8699" actId="20577"/>
          <ac:spMkLst>
            <pc:docMk/>
            <pc:sldMk cId="3137318602" sldId="280"/>
            <ac:spMk id="4" creationId="{E67C6956-CEBF-540C-351B-DBA09C219B2A}"/>
          </ac:spMkLst>
        </pc:spChg>
        <pc:spChg chg="add mod ord">
          <ac:chgData name="Alexander Kastil" userId="25853297-1418-4fc4-96ec-22f8bc83a64b" providerId="ADAL" clId="{B17EA56F-A8B5-4954-B011-50901DE9AA44}" dt="2025-10-08T12:40:48.245" v="8765" actId="15"/>
          <ac:spMkLst>
            <pc:docMk/>
            <pc:sldMk cId="3137318602" sldId="280"/>
            <ac:spMk id="5" creationId="{97306A8E-8038-FB1E-6BB0-28775A9C46F2}"/>
          </ac:spMkLst>
        </pc:spChg>
        <pc:picChg chg="add mod ord">
          <ac:chgData name="Alexander Kastil" userId="25853297-1418-4fc4-96ec-22f8bc83a64b" providerId="ADAL" clId="{B17EA56F-A8B5-4954-B011-50901DE9AA44}" dt="2025-10-09T03:45:05.480" v="8769" actId="22"/>
          <ac:picMkLst>
            <pc:docMk/>
            <pc:sldMk cId="3137318602" sldId="280"/>
            <ac:picMk id="3" creationId="{89905F8E-3F22-B142-0B77-7F59CEA7C072}"/>
          </ac:picMkLst>
        </pc:picChg>
      </pc:sldChg>
      <pc:sldChg chg="new del">
        <pc:chgData name="Alexander Kastil" userId="25853297-1418-4fc4-96ec-22f8bc83a64b" providerId="ADAL" clId="{B17EA56F-A8B5-4954-B011-50901DE9AA44}" dt="2025-10-08T06:50:12.679" v="8221" actId="2696"/>
        <pc:sldMkLst>
          <pc:docMk/>
          <pc:sldMk cId="3959804567" sldId="280"/>
        </pc:sldMkLst>
      </pc:sldChg>
      <pc:sldChg chg="delSp modSp new mod modClrScheme chgLayout">
        <pc:chgData name="Alexander Kastil" userId="25853297-1418-4fc4-96ec-22f8bc83a64b" providerId="ADAL" clId="{B17EA56F-A8B5-4954-B011-50901DE9AA44}" dt="2025-10-09T03:48:05.224" v="8815" actId="27636"/>
        <pc:sldMkLst>
          <pc:docMk/>
          <pc:sldMk cId="1083060842" sldId="281"/>
        </pc:sldMkLst>
        <pc:spChg chg="mod ord">
          <ac:chgData name="Alexander Kastil" userId="25853297-1418-4fc4-96ec-22f8bc83a64b" providerId="ADAL" clId="{B17EA56F-A8B5-4954-B011-50901DE9AA44}" dt="2025-10-09T03:48:05.220" v="8814" actId="27636"/>
          <ac:spMkLst>
            <pc:docMk/>
            <pc:sldMk cId="1083060842" sldId="281"/>
            <ac:spMk id="2" creationId="{2FFF598E-8257-D759-28B4-C8BDA26FF20D}"/>
          </ac:spMkLst>
        </pc:spChg>
        <pc:spChg chg="mod ord">
          <ac:chgData name="Alexander Kastil" userId="25853297-1418-4fc4-96ec-22f8bc83a64b" providerId="ADAL" clId="{B17EA56F-A8B5-4954-B011-50901DE9AA44}" dt="2025-10-09T03:48:05.224" v="8815" actId="27636"/>
          <ac:spMkLst>
            <pc:docMk/>
            <pc:sldMk cId="1083060842" sldId="281"/>
            <ac:spMk id="3" creationId="{CDB986E0-3085-8EBD-6B38-326AED247A69}"/>
          </ac:spMkLst>
        </pc:spChg>
      </pc:sldChg>
      <pc:sldChg chg="new del">
        <pc:chgData name="Alexander Kastil" userId="25853297-1418-4fc4-96ec-22f8bc83a64b" providerId="ADAL" clId="{B17EA56F-A8B5-4954-B011-50901DE9AA44}" dt="2025-10-09T03:43:28.917" v="8768" actId="47"/>
        <pc:sldMkLst>
          <pc:docMk/>
          <pc:sldMk cId="2895317209" sldId="281"/>
        </pc:sldMkLst>
      </pc:sldChg>
      <pc:sldChg chg="modSp new mod">
        <pc:chgData name="Alexander Kastil" userId="25853297-1418-4fc4-96ec-22f8bc83a64b" providerId="ADAL" clId="{B17EA56F-A8B5-4954-B011-50901DE9AA44}" dt="2025-10-09T03:49:04.250" v="8834" actId="2710"/>
        <pc:sldMkLst>
          <pc:docMk/>
          <pc:sldMk cId="2705956295" sldId="282"/>
        </pc:sldMkLst>
        <pc:spChg chg="mod">
          <ac:chgData name="Alexander Kastil" userId="25853297-1418-4fc4-96ec-22f8bc83a64b" providerId="ADAL" clId="{B17EA56F-A8B5-4954-B011-50901DE9AA44}" dt="2025-10-09T03:49:04.250" v="8834" actId="2710"/>
          <ac:spMkLst>
            <pc:docMk/>
            <pc:sldMk cId="2705956295" sldId="282"/>
            <ac:spMk id="2" creationId="{742D0183-E626-EA98-8375-8EB25F1DBF52}"/>
          </ac:spMkLst>
        </pc:spChg>
        <pc:spChg chg="mod">
          <ac:chgData name="Alexander Kastil" userId="25853297-1418-4fc4-96ec-22f8bc83a64b" providerId="ADAL" clId="{B17EA56F-A8B5-4954-B011-50901DE9AA44}" dt="2025-10-09T03:48:22.479" v="8817"/>
          <ac:spMkLst>
            <pc:docMk/>
            <pc:sldMk cId="2705956295" sldId="282"/>
            <ac:spMk id="3" creationId="{2DB91F6B-525F-FD61-AAD7-30A8FF054EB2}"/>
          </ac:spMkLst>
        </pc:spChg>
      </pc:sldChg>
      <pc:sldChg chg="addSp delSp modSp new mod modClrScheme chgLayout">
        <pc:chgData name="Alexander Kastil" userId="25853297-1418-4fc4-96ec-22f8bc83a64b" providerId="ADAL" clId="{B17EA56F-A8B5-4954-B011-50901DE9AA44}" dt="2025-10-09T03:54:14.133" v="8898" actId="20577"/>
        <pc:sldMkLst>
          <pc:docMk/>
          <pc:sldMk cId="2783551400" sldId="283"/>
        </pc:sldMkLst>
        <pc:spChg chg="mod ord">
          <ac:chgData name="Alexander Kastil" userId="25853297-1418-4fc4-96ec-22f8bc83a64b" providerId="ADAL" clId="{B17EA56F-A8B5-4954-B011-50901DE9AA44}" dt="2025-10-09T03:50:50.178" v="8845" actId="27636"/>
          <ac:spMkLst>
            <pc:docMk/>
            <pc:sldMk cId="2783551400" sldId="283"/>
            <ac:spMk id="3" creationId="{F8362F60-B1B4-73A4-5FEC-D77DFA2B542F}"/>
          </ac:spMkLst>
        </pc:spChg>
        <pc:spChg chg="add mod ord">
          <ac:chgData name="Alexander Kastil" userId="25853297-1418-4fc4-96ec-22f8bc83a64b" providerId="ADAL" clId="{B17EA56F-A8B5-4954-B011-50901DE9AA44}" dt="2025-10-09T03:54:06.013" v="8895" actId="27636"/>
          <ac:spMkLst>
            <pc:docMk/>
            <pc:sldMk cId="2783551400" sldId="283"/>
            <ac:spMk id="4" creationId="{9EEDBC96-296D-0573-0D18-AF5C673AD70D}"/>
          </ac:spMkLst>
        </pc:spChg>
        <pc:spChg chg="add mod ord">
          <ac:chgData name="Alexander Kastil" userId="25853297-1418-4fc4-96ec-22f8bc83a64b" providerId="ADAL" clId="{B17EA56F-A8B5-4954-B011-50901DE9AA44}" dt="2025-10-09T03:54:14.133" v="8898" actId="20577"/>
          <ac:spMkLst>
            <pc:docMk/>
            <pc:sldMk cId="2783551400" sldId="283"/>
            <ac:spMk id="5" creationId="{F0BD34DC-9C9B-E32E-9ABE-C08848B328AD}"/>
          </ac:spMkLst>
        </pc:spChg>
      </pc:sldChg>
      <pc:sldChg chg="add">
        <pc:chgData name="Alexander Kastil" userId="25853297-1418-4fc4-96ec-22f8bc83a64b" providerId="ADAL" clId="{B17EA56F-A8B5-4954-B011-50901DE9AA44}" dt="2025-10-04T05:37:03.512" v="5836"/>
        <pc:sldMkLst>
          <pc:docMk/>
          <pc:sldMk cId="1067401535" sldId="284"/>
        </pc:sldMkLst>
      </pc:sldChg>
      <pc:sldChg chg="modSp add del mod">
        <pc:chgData name="Alexander Kastil" userId="25853297-1418-4fc4-96ec-22f8bc83a64b" providerId="ADAL" clId="{B17EA56F-A8B5-4954-B011-50901DE9AA44}" dt="2025-10-04T05:37:00.957" v="5835" actId="2696"/>
        <pc:sldMkLst>
          <pc:docMk/>
          <pc:sldMk cId="2403712254" sldId="284"/>
        </pc:sldMkLst>
      </pc:sldChg>
      <pc:sldChg chg="addSp delSp modSp add mod modClrScheme chgLayout">
        <pc:chgData name="Alexander Kastil" userId="25853297-1418-4fc4-96ec-22f8bc83a64b" providerId="ADAL" clId="{B17EA56F-A8B5-4954-B011-50901DE9AA44}" dt="2025-10-04T05:43:09.819" v="6013" actId="1076"/>
        <pc:sldMkLst>
          <pc:docMk/>
          <pc:sldMk cId="2330261428" sldId="285"/>
        </pc:sldMkLst>
        <pc:spChg chg="mod ord">
          <ac:chgData name="Alexander Kastil" userId="25853297-1418-4fc4-96ec-22f8bc83a64b" providerId="ADAL" clId="{B17EA56F-A8B5-4954-B011-50901DE9AA44}" dt="2025-10-04T05:42:41.130" v="6011" actId="120"/>
          <ac:spMkLst>
            <pc:docMk/>
            <pc:sldMk cId="2330261428" sldId="285"/>
            <ac:spMk id="13" creationId="{AF7FD925-668A-A3B6-13B3-09CC67521375}"/>
          </ac:spMkLst>
        </pc:spChg>
        <pc:spChg chg="mod">
          <ac:chgData name="Alexander Kastil" userId="25853297-1418-4fc4-96ec-22f8bc83a64b" providerId="ADAL" clId="{B17EA56F-A8B5-4954-B011-50901DE9AA44}" dt="2025-10-04T05:43:09.819" v="6013" actId="1076"/>
          <ac:spMkLst>
            <pc:docMk/>
            <pc:sldMk cId="2330261428" sldId="285"/>
            <ac:spMk id="33" creationId="{DF89326E-E440-2BFD-D78D-45E943957C24}"/>
          </ac:spMkLst>
        </pc:spChg>
        <pc:spChg chg="mod">
          <ac:chgData name="Alexander Kastil" userId="25853297-1418-4fc4-96ec-22f8bc83a64b" providerId="ADAL" clId="{B17EA56F-A8B5-4954-B011-50901DE9AA44}" dt="2025-10-04T05:43:09.819" v="6013" actId="1076"/>
          <ac:spMkLst>
            <pc:docMk/>
            <pc:sldMk cId="2330261428" sldId="285"/>
            <ac:spMk id="576" creationId="{E4AE9284-2A54-4478-118C-22739688A81C}"/>
          </ac:spMkLst>
        </pc:spChg>
        <pc:picChg chg="mod">
          <ac:chgData name="Alexander Kastil" userId="25853297-1418-4fc4-96ec-22f8bc83a64b" providerId="ADAL" clId="{B17EA56F-A8B5-4954-B011-50901DE9AA44}" dt="2025-10-04T05:43:09.819" v="6013" actId="1076"/>
          <ac:picMkLst>
            <pc:docMk/>
            <pc:sldMk cId="2330261428" sldId="285"/>
            <ac:picMk id="5" creationId="{D7C8721B-25BE-9A70-BAB5-D8F5F14B504C}"/>
          </ac:picMkLst>
        </pc:picChg>
        <pc:picChg chg="mod">
          <ac:chgData name="Alexander Kastil" userId="25853297-1418-4fc4-96ec-22f8bc83a64b" providerId="ADAL" clId="{B17EA56F-A8B5-4954-B011-50901DE9AA44}" dt="2025-10-04T05:43:09.819" v="6013" actId="1076"/>
          <ac:picMkLst>
            <pc:docMk/>
            <pc:sldMk cId="2330261428" sldId="285"/>
            <ac:picMk id="7" creationId="{BCA045CD-5174-90F3-A08D-FFB254566BB2}"/>
          </ac:picMkLst>
        </pc:picChg>
        <pc:picChg chg="mod">
          <ac:chgData name="Alexander Kastil" userId="25853297-1418-4fc4-96ec-22f8bc83a64b" providerId="ADAL" clId="{B17EA56F-A8B5-4954-B011-50901DE9AA44}" dt="2025-10-04T05:43:09.819" v="6013" actId="1076"/>
          <ac:picMkLst>
            <pc:docMk/>
            <pc:sldMk cId="2330261428" sldId="285"/>
            <ac:picMk id="9" creationId="{2804BD15-8B23-0AED-2DDF-EB8B3206B943}"/>
          </ac:picMkLst>
        </pc:picChg>
        <pc:picChg chg="mod">
          <ac:chgData name="Alexander Kastil" userId="25853297-1418-4fc4-96ec-22f8bc83a64b" providerId="ADAL" clId="{B17EA56F-A8B5-4954-B011-50901DE9AA44}" dt="2025-10-04T05:43:09.819" v="6013" actId="1076"/>
          <ac:picMkLst>
            <pc:docMk/>
            <pc:sldMk cId="2330261428" sldId="285"/>
            <ac:picMk id="10" creationId="{B77121C1-4224-F931-CC95-FE2AC5A314AF}"/>
          </ac:picMkLst>
        </pc:picChg>
        <pc:picChg chg="mod">
          <ac:chgData name="Alexander Kastil" userId="25853297-1418-4fc4-96ec-22f8bc83a64b" providerId="ADAL" clId="{B17EA56F-A8B5-4954-B011-50901DE9AA44}" dt="2025-10-04T05:43:09.819" v="6013" actId="1076"/>
          <ac:picMkLst>
            <pc:docMk/>
            <pc:sldMk cId="2330261428" sldId="285"/>
            <ac:picMk id="18" creationId="{4D3AED1E-7C96-4BE7-7257-CED7E9148F3B}"/>
          </ac:picMkLst>
        </pc:picChg>
        <pc:picChg chg="mod">
          <ac:chgData name="Alexander Kastil" userId="25853297-1418-4fc4-96ec-22f8bc83a64b" providerId="ADAL" clId="{B17EA56F-A8B5-4954-B011-50901DE9AA44}" dt="2025-10-04T05:43:09.819" v="6013" actId="1076"/>
          <ac:picMkLst>
            <pc:docMk/>
            <pc:sldMk cId="2330261428" sldId="285"/>
            <ac:picMk id="24" creationId="{68DEE3B8-9B7A-F2EA-1700-5290A50BF03A}"/>
          </ac:picMkLst>
        </pc:picChg>
        <pc:picChg chg="mod">
          <ac:chgData name="Alexander Kastil" userId="25853297-1418-4fc4-96ec-22f8bc83a64b" providerId="ADAL" clId="{B17EA56F-A8B5-4954-B011-50901DE9AA44}" dt="2025-10-04T05:43:09.819" v="6013" actId="1076"/>
          <ac:picMkLst>
            <pc:docMk/>
            <pc:sldMk cId="2330261428" sldId="285"/>
            <ac:picMk id="26" creationId="{4A098542-799D-C2BA-FADA-3338CF30A750}"/>
          </ac:picMkLst>
        </pc:picChg>
        <pc:picChg chg="mod">
          <ac:chgData name="Alexander Kastil" userId="25853297-1418-4fc4-96ec-22f8bc83a64b" providerId="ADAL" clId="{B17EA56F-A8B5-4954-B011-50901DE9AA44}" dt="2025-10-04T05:43:09.819" v="6013" actId="1076"/>
          <ac:picMkLst>
            <pc:docMk/>
            <pc:sldMk cId="2330261428" sldId="285"/>
            <ac:picMk id="28" creationId="{E706333B-DC9F-C6DE-D64E-FE4CDF6D9E77}"/>
          </ac:picMkLst>
        </pc:picChg>
      </pc:sldChg>
      <pc:sldChg chg="modSp new mod">
        <pc:chgData name="Alexander Kastil" userId="25853297-1418-4fc4-96ec-22f8bc83a64b" providerId="ADAL" clId="{B17EA56F-A8B5-4954-B011-50901DE9AA44}" dt="2025-10-09T04:26:23.686" v="9147" actId="27636"/>
        <pc:sldMkLst>
          <pc:docMk/>
          <pc:sldMk cId="2606377031" sldId="286"/>
        </pc:sldMkLst>
        <pc:spChg chg="mod">
          <ac:chgData name="Alexander Kastil" userId="25853297-1418-4fc4-96ec-22f8bc83a64b" providerId="ADAL" clId="{B17EA56F-A8B5-4954-B011-50901DE9AA44}" dt="2025-10-09T04:26:23.686" v="9147" actId="27636"/>
          <ac:spMkLst>
            <pc:docMk/>
            <pc:sldMk cId="2606377031" sldId="286"/>
            <ac:spMk id="2" creationId="{D4D6611A-5696-FA8C-602A-25215ED26243}"/>
          </ac:spMkLst>
        </pc:spChg>
        <pc:spChg chg="mod">
          <ac:chgData name="Alexander Kastil" userId="25853297-1418-4fc4-96ec-22f8bc83a64b" providerId="ADAL" clId="{B17EA56F-A8B5-4954-B011-50901DE9AA44}" dt="2025-10-09T04:24:56.948" v="9127" actId="20577"/>
          <ac:spMkLst>
            <pc:docMk/>
            <pc:sldMk cId="2606377031" sldId="286"/>
            <ac:spMk id="3" creationId="{984676F2-DE35-D5FD-489C-835F523C7C61}"/>
          </ac:spMkLst>
        </pc:spChg>
      </pc:sldChg>
      <pc:sldChg chg="delSp modSp add del mod delAnim">
        <pc:chgData name="Alexander Kastil" userId="25853297-1418-4fc4-96ec-22f8bc83a64b" providerId="ADAL" clId="{B17EA56F-A8B5-4954-B011-50901DE9AA44}" dt="2025-10-09T04:18:57.168" v="9089" actId="47"/>
        <pc:sldMkLst>
          <pc:docMk/>
          <pc:sldMk cId="3642818094" sldId="286"/>
        </pc:sldMkLst>
      </pc:sldChg>
      <pc:sldChg chg="modSp add del mod">
        <pc:chgData name="Alexander Kastil" userId="25853297-1418-4fc4-96ec-22f8bc83a64b" providerId="ADAL" clId="{B17EA56F-A8B5-4954-B011-50901DE9AA44}" dt="2025-10-04T05:38:13.447" v="5866"/>
        <pc:sldMkLst>
          <pc:docMk/>
          <pc:sldMk cId="301775905" sldId="287"/>
        </pc:sldMkLst>
      </pc:sldChg>
      <pc:sldChg chg="addSp delSp modSp new mod modClrScheme chgLayout">
        <pc:chgData name="Alexander Kastil" userId="25853297-1418-4fc4-96ec-22f8bc83a64b" providerId="ADAL" clId="{B17EA56F-A8B5-4954-B011-50901DE9AA44}" dt="2025-10-09T03:58:24.951" v="8947" actId="2710"/>
        <pc:sldMkLst>
          <pc:docMk/>
          <pc:sldMk cId="745298450" sldId="287"/>
        </pc:sldMkLst>
        <pc:spChg chg="mod ord">
          <ac:chgData name="Alexander Kastil" userId="25853297-1418-4fc4-96ec-22f8bc83a64b" providerId="ADAL" clId="{B17EA56F-A8B5-4954-B011-50901DE9AA44}" dt="2025-10-09T03:55:18.012" v="8917" actId="27636"/>
          <ac:spMkLst>
            <pc:docMk/>
            <pc:sldMk cId="745298450" sldId="287"/>
            <ac:spMk id="3" creationId="{D8B9E81F-4779-B23A-317F-54B3EF5FFB6D}"/>
          </ac:spMkLst>
        </pc:spChg>
        <pc:spChg chg="add mod ord">
          <ac:chgData name="Alexander Kastil" userId="25853297-1418-4fc4-96ec-22f8bc83a64b" providerId="ADAL" clId="{B17EA56F-A8B5-4954-B011-50901DE9AA44}" dt="2025-10-09T03:56:24.318" v="8928" actId="2710"/>
          <ac:spMkLst>
            <pc:docMk/>
            <pc:sldMk cId="745298450" sldId="287"/>
            <ac:spMk id="4" creationId="{14CBCE27-9428-8910-9BDA-2C1A7E5AD3CB}"/>
          </ac:spMkLst>
        </pc:spChg>
        <pc:spChg chg="add mod ord">
          <ac:chgData name="Alexander Kastil" userId="25853297-1418-4fc4-96ec-22f8bc83a64b" providerId="ADAL" clId="{B17EA56F-A8B5-4954-B011-50901DE9AA44}" dt="2025-10-09T03:58:24.951" v="8947" actId="2710"/>
          <ac:spMkLst>
            <pc:docMk/>
            <pc:sldMk cId="745298450" sldId="287"/>
            <ac:spMk id="5" creationId="{FE54B11D-1706-43DB-FD46-22FF2B36A574}"/>
          </ac:spMkLst>
        </pc:spChg>
      </pc:sldChg>
      <pc:sldChg chg="addSp delSp modSp new mod modClrScheme chgLayout">
        <pc:chgData name="Alexander Kastil" userId="25853297-1418-4fc4-96ec-22f8bc83a64b" providerId="ADAL" clId="{B17EA56F-A8B5-4954-B011-50901DE9AA44}" dt="2025-10-09T04:10:38.196" v="9017" actId="22"/>
        <pc:sldMkLst>
          <pc:docMk/>
          <pc:sldMk cId="259057507" sldId="288"/>
        </pc:sldMkLst>
        <pc:spChg chg="mod ord">
          <ac:chgData name="Alexander Kastil" userId="25853297-1418-4fc4-96ec-22f8bc83a64b" providerId="ADAL" clId="{B17EA56F-A8B5-4954-B011-50901DE9AA44}" dt="2025-10-09T04:07:37.691" v="8999" actId="27636"/>
          <ac:spMkLst>
            <pc:docMk/>
            <pc:sldMk cId="259057507" sldId="288"/>
            <ac:spMk id="2" creationId="{5EC309AF-7229-D1E4-ED31-DEEB10DD734C}"/>
          </ac:spMkLst>
        </pc:spChg>
        <pc:spChg chg="mod ord">
          <ac:chgData name="Alexander Kastil" userId="25853297-1418-4fc4-96ec-22f8bc83a64b" providerId="ADAL" clId="{B17EA56F-A8B5-4954-B011-50901DE9AA44}" dt="2025-10-09T04:08:12.588" v="9016" actId="27636"/>
          <ac:spMkLst>
            <pc:docMk/>
            <pc:sldMk cId="259057507" sldId="288"/>
            <ac:spMk id="3" creationId="{F6F3FEA1-395E-D358-C438-97974C6CADFB}"/>
          </ac:spMkLst>
        </pc:spChg>
        <pc:picChg chg="add mod ord">
          <ac:chgData name="Alexander Kastil" userId="25853297-1418-4fc4-96ec-22f8bc83a64b" providerId="ADAL" clId="{B17EA56F-A8B5-4954-B011-50901DE9AA44}" dt="2025-10-09T04:10:38.196" v="9017" actId="22"/>
          <ac:picMkLst>
            <pc:docMk/>
            <pc:sldMk cId="259057507" sldId="288"/>
            <ac:picMk id="6" creationId="{99214F8C-F938-A666-5E66-7B35E3C8E0B2}"/>
          </ac:picMkLst>
        </pc:picChg>
      </pc:sldChg>
      <pc:sldChg chg="modSp new del mod">
        <pc:chgData name="Alexander Kastil" userId="25853297-1418-4fc4-96ec-22f8bc83a64b" providerId="ADAL" clId="{B17EA56F-A8B5-4954-B011-50901DE9AA44}" dt="2025-10-09T04:13:42.195" v="9023" actId="47"/>
        <pc:sldMkLst>
          <pc:docMk/>
          <pc:sldMk cId="1910127519" sldId="289"/>
        </pc:sldMkLst>
      </pc:sldChg>
      <pc:sldChg chg="modSp add mod">
        <pc:chgData name="Alexander Kastil" userId="25853297-1418-4fc4-96ec-22f8bc83a64b" providerId="ADAL" clId="{B17EA56F-A8B5-4954-B011-50901DE9AA44}" dt="2025-10-09T04:13:56.228" v="9039" actId="20577"/>
        <pc:sldMkLst>
          <pc:docMk/>
          <pc:sldMk cId="3018763598" sldId="289"/>
        </pc:sldMkLst>
        <pc:spChg chg="mod">
          <ac:chgData name="Alexander Kastil" userId="25853297-1418-4fc4-96ec-22f8bc83a64b" providerId="ADAL" clId="{B17EA56F-A8B5-4954-B011-50901DE9AA44}" dt="2025-10-09T04:13:56.228" v="9039" actId="20577"/>
          <ac:spMkLst>
            <pc:docMk/>
            <pc:sldMk cId="3018763598" sldId="289"/>
            <ac:spMk id="2" creationId="{B77A7231-039E-111B-5320-A499C2A20D45}"/>
          </ac:spMkLst>
        </pc:spChg>
      </pc:sldChg>
      <pc:sldChg chg="addSp delSp modSp new mod ord modClrScheme chgLayout">
        <pc:chgData name="Alexander Kastil" userId="25853297-1418-4fc4-96ec-22f8bc83a64b" providerId="ADAL" clId="{B17EA56F-A8B5-4954-B011-50901DE9AA44}" dt="2025-10-09T04:38:06.980" v="9308" actId="20577"/>
        <pc:sldMkLst>
          <pc:docMk/>
          <pc:sldMk cId="1438103412" sldId="290"/>
        </pc:sldMkLst>
        <pc:spChg chg="add mod ord">
          <ac:chgData name="Alexander Kastil" userId="25853297-1418-4fc4-96ec-22f8bc83a64b" providerId="ADAL" clId="{B17EA56F-A8B5-4954-B011-50901DE9AA44}" dt="2025-10-09T04:38:06.980" v="9308" actId="20577"/>
          <ac:spMkLst>
            <pc:docMk/>
            <pc:sldMk cId="1438103412" sldId="290"/>
            <ac:spMk id="5" creationId="{73F620DE-F9D4-D2FC-9021-2E6252E68034}"/>
          </ac:spMkLst>
        </pc:spChg>
        <pc:spChg chg="add mod ord">
          <ac:chgData name="Alexander Kastil" userId="25853297-1418-4fc4-96ec-22f8bc83a64b" providerId="ADAL" clId="{B17EA56F-A8B5-4954-B011-50901DE9AA44}" dt="2025-10-09T04:37:23.318" v="9291" actId="12"/>
          <ac:spMkLst>
            <pc:docMk/>
            <pc:sldMk cId="1438103412" sldId="290"/>
            <ac:spMk id="7" creationId="{171CFD3D-C030-619B-1071-8CC23898786B}"/>
          </ac:spMkLst>
        </pc:spChg>
        <pc:spChg chg="add mod ord">
          <ac:chgData name="Alexander Kastil" userId="25853297-1418-4fc4-96ec-22f8bc83a64b" providerId="ADAL" clId="{B17EA56F-A8B5-4954-B011-50901DE9AA44}" dt="2025-10-09T04:37:51.960" v="9295" actId="12"/>
          <ac:spMkLst>
            <pc:docMk/>
            <pc:sldMk cId="1438103412" sldId="290"/>
            <ac:spMk id="8" creationId="{8EFDD428-1F8A-3E1D-8EB7-14AC76341E7E}"/>
          </ac:spMkLst>
        </pc:spChg>
      </pc:sldChg>
      <pc:sldChg chg="add del">
        <pc:chgData name="Alexander Kastil" userId="25853297-1418-4fc4-96ec-22f8bc83a64b" providerId="ADAL" clId="{B17EA56F-A8B5-4954-B011-50901DE9AA44}" dt="2025-10-09T04:15:34.096" v="9042"/>
        <pc:sldMkLst>
          <pc:docMk/>
          <pc:sldMk cId="3197172469" sldId="290"/>
        </pc:sldMkLst>
      </pc:sldChg>
      <pc:sldChg chg="new del">
        <pc:chgData name="Alexander Kastil" userId="25853297-1418-4fc4-96ec-22f8bc83a64b" providerId="ADAL" clId="{B17EA56F-A8B5-4954-B011-50901DE9AA44}" dt="2025-10-09T04:29:07.869" v="9149" actId="680"/>
        <pc:sldMkLst>
          <pc:docMk/>
          <pc:sldMk cId="3452678898" sldId="290"/>
        </pc:sldMkLst>
      </pc:sldChg>
      <pc:sldChg chg="addSp delSp modSp new add del mod chgLayout">
        <pc:chgData name="Alexander Kastil" userId="25853297-1418-4fc4-96ec-22f8bc83a64b" providerId="ADAL" clId="{B17EA56F-A8B5-4954-B011-50901DE9AA44}" dt="2025-10-09T07:00:51.689" v="9379" actId="20577"/>
        <pc:sldMkLst>
          <pc:docMk/>
          <pc:sldMk cId="2704602644" sldId="291"/>
        </pc:sldMkLst>
        <pc:spChg chg="add mod ord">
          <ac:chgData name="Alexander Kastil" userId="25853297-1418-4fc4-96ec-22f8bc83a64b" providerId="ADAL" clId="{B17EA56F-A8B5-4954-B011-50901DE9AA44}" dt="2025-10-09T07:00:51.689" v="9379" actId="20577"/>
          <ac:spMkLst>
            <pc:docMk/>
            <pc:sldMk cId="2704602644" sldId="291"/>
            <ac:spMk id="9" creationId="{944539EA-CA0F-2BDC-5978-A5494DFAC3C2}"/>
          </ac:spMkLst>
        </pc:spChg>
        <pc:spChg chg="add mod ord">
          <ac:chgData name="Alexander Kastil" userId="25853297-1418-4fc4-96ec-22f8bc83a64b" providerId="ADAL" clId="{B17EA56F-A8B5-4954-B011-50901DE9AA44}" dt="2025-10-09T07:00:31.985" v="9372" actId="27636"/>
          <ac:spMkLst>
            <pc:docMk/>
            <pc:sldMk cId="2704602644" sldId="291"/>
            <ac:spMk id="10" creationId="{8A6E49E3-A1F7-48F0-5134-A2CD718AD8A7}"/>
          </ac:spMkLst>
        </pc:spChg>
        <pc:spChg chg="add mod ord">
          <ac:chgData name="Alexander Kastil" userId="25853297-1418-4fc4-96ec-22f8bc83a64b" providerId="ADAL" clId="{B17EA56F-A8B5-4954-B011-50901DE9AA44}" dt="2025-10-09T07:00:31.983" v="9371" actId="27636"/>
          <ac:spMkLst>
            <pc:docMk/>
            <pc:sldMk cId="2704602644" sldId="291"/>
            <ac:spMk id="11" creationId="{5E8B42B2-3BF4-C642-B26C-E5C1D3676C30}"/>
          </ac:spMkLst>
        </pc:spChg>
      </pc:sldChg>
      <pc:sldChg chg="modSp add mod">
        <pc:chgData name="Alexander Kastil" userId="25853297-1418-4fc4-96ec-22f8bc83a64b" providerId="ADAL" clId="{B17EA56F-A8B5-4954-B011-50901DE9AA44}" dt="2025-10-09T07:33:53.622" v="9407"/>
        <pc:sldMkLst>
          <pc:docMk/>
          <pc:sldMk cId="2146060736" sldId="292"/>
        </pc:sldMkLst>
        <pc:spChg chg="mod">
          <ac:chgData name="Alexander Kastil" userId="25853297-1418-4fc4-96ec-22f8bc83a64b" providerId="ADAL" clId="{B17EA56F-A8B5-4954-B011-50901DE9AA44}" dt="2025-10-09T07:33:53.622" v="9407"/>
          <ac:spMkLst>
            <pc:docMk/>
            <pc:sldMk cId="2146060736" sldId="292"/>
            <ac:spMk id="2" creationId="{8FA21770-0457-D4A0-D5C6-2278E89153EE}"/>
          </ac:spMkLst>
        </pc:spChg>
      </pc:sldChg>
      <pc:sldChg chg="addSp delSp modSp new mod ord">
        <pc:chgData name="Alexander Kastil" userId="25853297-1418-4fc4-96ec-22f8bc83a64b" providerId="ADAL" clId="{B17EA56F-A8B5-4954-B011-50901DE9AA44}" dt="2025-10-09T07:38:46.261" v="9435" actId="22"/>
        <pc:sldMkLst>
          <pc:docMk/>
          <pc:sldMk cId="2034661692" sldId="293"/>
        </pc:sldMkLst>
        <pc:spChg chg="mod">
          <ac:chgData name="Alexander Kastil" userId="25853297-1418-4fc4-96ec-22f8bc83a64b" providerId="ADAL" clId="{B17EA56F-A8B5-4954-B011-50901DE9AA44}" dt="2025-10-09T07:33:42.786" v="9406" actId="27636"/>
          <ac:spMkLst>
            <pc:docMk/>
            <pc:sldMk cId="2034661692" sldId="293"/>
            <ac:spMk id="2" creationId="{4680A2E8-058F-36D3-56CA-41C98AAD15CA}"/>
          </ac:spMkLst>
        </pc:spChg>
        <pc:spChg chg="mod">
          <ac:chgData name="Alexander Kastil" userId="25853297-1418-4fc4-96ec-22f8bc83a64b" providerId="ADAL" clId="{B17EA56F-A8B5-4954-B011-50901DE9AA44}" dt="2025-10-09T07:35:11.309" v="9432" actId="27636"/>
          <ac:spMkLst>
            <pc:docMk/>
            <pc:sldMk cId="2034661692" sldId="293"/>
            <ac:spMk id="3" creationId="{7733A7F7-E74C-C34B-9461-6C35AD095B2A}"/>
          </ac:spMkLst>
        </pc:spChg>
        <pc:picChg chg="add mod ord">
          <ac:chgData name="Alexander Kastil" userId="25853297-1418-4fc4-96ec-22f8bc83a64b" providerId="ADAL" clId="{B17EA56F-A8B5-4954-B011-50901DE9AA44}" dt="2025-10-09T07:38:46.261" v="9435" actId="22"/>
          <ac:picMkLst>
            <pc:docMk/>
            <pc:sldMk cId="2034661692" sldId="293"/>
            <ac:picMk id="6" creationId="{1251DFB2-7BE1-02E9-BED9-6110ADDE4613}"/>
          </ac:picMkLst>
        </pc:picChg>
      </pc:sldChg>
      <pc:sldChg chg="delSp modSp add mod delAnim">
        <pc:chgData name="Alexander Kastil" userId="25853297-1418-4fc4-96ec-22f8bc83a64b" providerId="ADAL" clId="{B17EA56F-A8B5-4954-B011-50901DE9AA44}" dt="2025-10-06T07:12:54.665" v="8126" actId="14100"/>
        <pc:sldMkLst>
          <pc:docMk/>
          <pc:sldMk cId="893377643" sldId="294"/>
        </pc:sldMkLst>
        <pc:spChg chg="mod">
          <ac:chgData name="Alexander Kastil" userId="25853297-1418-4fc4-96ec-22f8bc83a64b" providerId="ADAL" clId="{B17EA56F-A8B5-4954-B011-50901DE9AA44}" dt="2025-10-06T07:11:50.475" v="8114" actId="14100"/>
          <ac:spMkLst>
            <pc:docMk/>
            <pc:sldMk cId="893377643" sldId="294"/>
            <ac:spMk id="6" creationId="{72AF60B1-9822-6A15-559E-1896EA50CD6B}"/>
          </ac:spMkLst>
        </pc:spChg>
        <pc:spChg chg="mod">
          <ac:chgData name="Alexander Kastil" userId="25853297-1418-4fc4-96ec-22f8bc83a64b" providerId="ADAL" clId="{B17EA56F-A8B5-4954-B011-50901DE9AA44}" dt="2025-10-06T07:12:54.665" v="8126" actId="14100"/>
          <ac:spMkLst>
            <pc:docMk/>
            <pc:sldMk cId="893377643" sldId="294"/>
            <ac:spMk id="18" creationId="{29792709-B4B2-85AE-4D3E-99B5E3DB5872}"/>
          </ac:spMkLst>
        </pc:spChg>
        <pc:picChg chg="mod">
          <ac:chgData name="Alexander Kastil" userId="25853297-1418-4fc4-96ec-22f8bc83a64b" providerId="ADAL" clId="{B17EA56F-A8B5-4954-B011-50901DE9AA44}" dt="2025-10-06T07:11:57.569" v="8116" actId="1076"/>
          <ac:picMkLst>
            <pc:docMk/>
            <pc:sldMk cId="893377643" sldId="294"/>
            <ac:picMk id="5" creationId="{41B1DB6C-318B-8DED-0E17-4E3317DBEB8C}"/>
          </ac:picMkLst>
        </pc:picChg>
      </pc:sldChg>
      <pc:sldChg chg="delSp modSp add mod">
        <pc:chgData name="Alexander Kastil" userId="25853297-1418-4fc4-96ec-22f8bc83a64b" providerId="ADAL" clId="{B17EA56F-A8B5-4954-B011-50901DE9AA44}" dt="2025-10-06T07:12:42.706" v="8124" actId="14100"/>
        <pc:sldMkLst>
          <pc:docMk/>
          <pc:sldMk cId="724843864" sldId="295"/>
        </pc:sldMkLst>
        <pc:spChg chg="mod">
          <ac:chgData name="Alexander Kastil" userId="25853297-1418-4fc4-96ec-22f8bc83a64b" providerId="ADAL" clId="{B17EA56F-A8B5-4954-B011-50901DE9AA44}" dt="2025-10-06T07:12:27.186" v="8121" actId="1076"/>
          <ac:spMkLst>
            <pc:docMk/>
            <pc:sldMk cId="724843864" sldId="295"/>
            <ac:spMk id="6" creationId="{0A0E391A-93AA-5D33-03AF-1219A69F4DFF}"/>
          </ac:spMkLst>
        </pc:spChg>
        <pc:spChg chg="mod">
          <ac:chgData name="Alexander Kastil" userId="25853297-1418-4fc4-96ec-22f8bc83a64b" providerId="ADAL" clId="{B17EA56F-A8B5-4954-B011-50901DE9AA44}" dt="2025-10-06T07:12:42.706" v="8124" actId="14100"/>
          <ac:spMkLst>
            <pc:docMk/>
            <pc:sldMk cId="724843864" sldId="295"/>
            <ac:spMk id="18" creationId="{9960E6E6-4E8E-6E17-D858-D27EFCDA97BF}"/>
          </ac:spMkLst>
        </pc:spChg>
        <pc:picChg chg="mod">
          <ac:chgData name="Alexander Kastil" userId="25853297-1418-4fc4-96ec-22f8bc83a64b" providerId="ADAL" clId="{B17EA56F-A8B5-4954-B011-50901DE9AA44}" dt="2025-10-06T07:12:31.873" v="8122" actId="1076"/>
          <ac:picMkLst>
            <pc:docMk/>
            <pc:sldMk cId="724843864" sldId="295"/>
            <ac:picMk id="3" creationId="{7D56A3B7-5F97-35ED-5956-3855739DBA86}"/>
          </ac:picMkLst>
        </pc:picChg>
      </pc:sldChg>
      <pc:sldChg chg="delSp modSp add mod">
        <pc:chgData name="Alexander Kastil" userId="25853297-1418-4fc4-96ec-22f8bc83a64b" providerId="ADAL" clId="{B17EA56F-A8B5-4954-B011-50901DE9AA44}" dt="2025-10-06T07:13:25.321" v="8131" actId="14100"/>
        <pc:sldMkLst>
          <pc:docMk/>
          <pc:sldMk cId="3643950241" sldId="296"/>
        </pc:sldMkLst>
        <pc:spChg chg="mod">
          <ac:chgData name="Alexander Kastil" userId="25853297-1418-4fc4-96ec-22f8bc83a64b" providerId="ADAL" clId="{B17EA56F-A8B5-4954-B011-50901DE9AA44}" dt="2025-10-06T07:13:25.321" v="8131" actId="14100"/>
          <ac:spMkLst>
            <pc:docMk/>
            <pc:sldMk cId="3643950241" sldId="296"/>
            <ac:spMk id="6" creationId="{2040EE84-8840-CEFD-9607-7488D55AA16A}"/>
          </ac:spMkLst>
        </pc:spChg>
        <pc:spChg chg="mod">
          <ac:chgData name="Alexander Kastil" userId="25853297-1418-4fc4-96ec-22f8bc83a64b" providerId="ADAL" clId="{B17EA56F-A8B5-4954-B011-50901DE9AA44}" dt="2025-10-06T07:13:07.370" v="8128" actId="14100"/>
          <ac:spMkLst>
            <pc:docMk/>
            <pc:sldMk cId="3643950241" sldId="296"/>
            <ac:spMk id="18" creationId="{2C00FC86-91DF-E75B-DB58-E5ACA3360E28}"/>
          </ac:spMkLst>
        </pc:spChg>
        <pc:picChg chg="mod">
          <ac:chgData name="Alexander Kastil" userId="25853297-1418-4fc4-96ec-22f8bc83a64b" providerId="ADAL" clId="{B17EA56F-A8B5-4954-B011-50901DE9AA44}" dt="2025-10-06T07:13:20.281" v="8130" actId="14100"/>
          <ac:picMkLst>
            <pc:docMk/>
            <pc:sldMk cId="3643950241" sldId="296"/>
            <ac:picMk id="3" creationId="{0D8C7EEB-28D1-5257-BF2F-1C5849CBE8BB}"/>
          </ac:picMkLst>
        </pc:picChg>
      </pc:sldChg>
      <pc:sldChg chg="add">
        <pc:chgData name="Alexander Kastil" userId="25853297-1418-4fc4-96ec-22f8bc83a64b" providerId="ADAL" clId="{B17EA56F-A8B5-4954-B011-50901DE9AA44}" dt="2025-10-09T07:24:39.632" v="9383"/>
        <pc:sldMkLst>
          <pc:docMk/>
          <pc:sldMk cId="2088713434" sldId="297"/>
        </pc:sldMkLst>
      </pc:sldChg>
      <pc:sldChg chg="add del ord">
        <pc:chgData name="Alexander Kastil" userId="25853297-1418-4fc4-96ec-22f8bc83a64b" providerId="ADAL" clId="{B17EA56F-A8B5-4954-B011-50901DE9AA44}" dt="2025-10-09T07:24:37.333" v="9382" actId="2696"/>
        <pc:sldMkLst>
          <pc:docMk/>
          <pc:sldMk cId="2390637803" sldId="297"/>
        </pc:sldMkLst>
      </pc:sldChg>
      <pc:sldChg chg="addSp delSp modSp add del mod modClrScheme delAnim modAnim chgLayout">
        <pc:chgData name="Alexander Kastil" userId="25853297-1418-4fc4-96ec-22f8bc83a64b" providerId="ADAL" clId="{B17EA56F-A8B5-4954-B011-50901DE9AA44}" dt="2025-10-04T05:46:56.530" v="6017" actId="2696"/>
        <pc:sldMkLst>
          <pc:docMk/>
          <pc:sldMk cId="4038513429" sldId="297"/>
        </pc:sldMkLst>
      </pc:sldChg>
      <pc:sldChg chg="delSp modSp add mod delAnim">
        <pc:chgData name="Alexander Kastil" userId="25853297-1418-4fc4-96ec-22f8bc83a64b" providerId="ADAL" clId="{B17EA56F-A8B5-4954-B011-50901DE9AA44}" dt="2025-10-09T09:17:56.829" v="9522" actId="14100"/>
        <pc:sldMkLst>
          <pc:docMk/>
          <pc:sldMk cId="3131052327" sldId="298"/>
        </pc:sldMkLst>
        <pc:spChg chg="mod">
          <ac:chgData name="Alexander Kastil" userId="25853297-1418-4fc4-96ec-22f8bc83a64b" providerId="ADAL" clId="{B17EA56F-A8B5-4954-B011-50901DE9AA44}" dt="2025-10-03T10:33:17.879" v="5546" actId="1076"/>
          <ac:spMkLst>
            <pc:docMk/>
            <pc:sldMk cId="3131052327" sldId="298"/>
            <ac:spMk id="6" creationId="{D4D5FE3B-86F0-A780-02D9-544A7746F7A7}"/>
          </ac:spMkLst>
        </pc:spChg>
        <pc:spChg chg="mod">
          <ac:chgData name="Alexander Kastil" userId="25853297-1418-4fc4-96ec-22f8bc83a64b" providerId="ADAL" clId="{B17EA56F-A8B5-4954-B011-50901DE9AA44}" dt="2025-10-09T09:17:56.829" v="9522" actId="14100"/>
          <ac:spMkLst>
            <pc:docMk/>
            <pc:sldMk cId="3131052327" sldId="298"/>
            <ac:spMk id="18" creationId="{A351DDAB-7282-8B23-CF40-00644753442A}"/>
          </ac:spMkLst>
        </pc:spChg>
        <pc:picChg chg="mod">
          <ac:chgData name="Alexander Kastil" userId="25853297-1418-4fc4-96ec-22f8bc83a64b" providerId="ADAL" clId="{B17EA56F-A8B5-4954-B011-50901DE9AA44}" dt="2025-10-03T10:33:17.879" v="5546" actId="1076"/>
          <ac:picMkLst>
            <pc:docMk/>
            <pc:sldMk cId="3131052327" sldId="298"/>
            <ac:picMk id="7" creationId="{BCB0E89C-7782-8E74-961E-CD770507CB21}"/>
          </ac:picMkLst>
        </pc:picChg>
      </pc:sldChg>
      <pc:sldChg chg="addSp delSp modSp new mod">
        <pc:chgData name="Alexander Kastil" userId="25853297-1418-4fc4-96ec-22f8bc83a64b" providerId="ADAL" clId="{B17EA56F-A8B5-4954-B011-50901DE9AA44}" dt="2025-10-09T08:41:28.053" v="9520" actId="27636"/>
        <pc:sldMkLst>
          <pc:docMk/>
          <pc:sldMk cId="4061422633" sldId="299"/>
        </pc:sldMkLst>
        <pc:spChg chg="mod">
          <ac:chgData name="Alexander Kastil" userId="25853297-1418-4fc4-96ec-22f8bc83a64b" providerId="ADAL" clId="{B17EA56F-A8B5-4954-B011-50901DE9AA44}" dt="2025-10-09T07:39:03.528" v="9462" actId="20577"/>
          <ac:spMkLst>
            <pc:docMk/>
            <pc:sldMk cId="4061422633" sldId="299"/>
            <ac:spMk id="2" creationId="{5C17C8F9-770F-B2CC-D1BE-1F40C35E4267}"/>
          </ac:spMkLst>
        </pc:spChg>
        <pc:spChg chg="mod">
          <ac:chgData name="Alexander Kastil" userId="25853297-1418-4fc4-96ec-22f8bc83a64b" providerId="ADAL" clId="{B17EA56F-A8B5-4954-B011-50901DE9AA44}" dt="2025-10-09T08:41:28.053" v="9520" actId="27636"/>
          <ac:spMkLst>
            <pc:docMk/>
            <pc:sldMk cId="4061422633" sldId="299"/>
            <ac:spMk id="3" creationId="{33A54642-06C3-586E-774E-81CA5ECD74CD}"/>
          </ac:spMkLst>
        </pc:spChg>
        <pc:picChg chg="add mod ord">
          <ac:chgData name="Alexander Kastil" userId="25853297-1418-4fc4-96ec-22f8bc83a64b" providerId="ADAL" clId="{B17EA56F-A8B5-4954-B011-50901DE9AA44}" dt="2025-10-09T07:36:54.490" v="9434" actId="22"/>
          <ac:picMkLst>
            <pc:docMk/>
            <pc:sldMk cId="4061422633" sldId="299"/>
            <ac:picMk id="6" creationId="{49B00904-D9A2-9F7A-8339-7EB44151F3D7}"/>
          </ac:picMkLst>
        </pc:picChg>
      </pc:sldChg>
      <pc:sldChg chg="modSp add">
        <pc:chgData name="Alexander Kastil" userId="25853297-1418-4fc4-96ec-22f8bc83a64b" providerId="ADAL" clId="{B17EA56F-A8B5-4954-B011-50901DE9AA44}" dt="2025-10-04T05:43:24.516" v="6014" actId="120"/>
        <pc:sldMkLst>
          <pc:docMk/>
          <pc:sldMk cId="2569399591" sldId="301"/>
        </pc:sldMkLst>
        <pc:spChg chg="mod">
          <ac:chgData name="Alexander Kastil" userId="25853297-1418-4fc4-96ec-22f8bc83a64b" providerId="ADAL" clId="{B17EA56F-A8B5-4954-B011-50901DE9AA44}" dt="2025-10-04T05:43:24.516" v="6014" actId="120"/>
          <ac:spMkLst>
            <pc:docMk/>
            <pc:sldMk cId="2569399591" sldId="301"/>
            <ac:spMk id="5" creationId="{14811011-567E-CC2F-8544-A39BF0FB4D21}"/>
          </ac:spMkLst>
        </pc:spChg>
      </pc:sldChg>
      <pc:sldChg chg="add del">
        <pc:chgData name="Alexander Kastil" userId="25853297-1418-4fc4-96ec-22f8bc83a64b" providerId="ADAL" clId="{B17EA56F-A8B5-4954-B011-50901DE9AA44}" dt="2025-09-14T19:04:55.753" v="784" actId="2696"/>
        <pc:sldMkLst>
          <pc:docMk/>
          <pc:sldMk cId="1329572782" sldId="353"/>
        </pc:sldMkLst>
      </pc:sldChg>
      <pc:sldChg chg="add del">
        <pc:chgData name="Alexander Kastil" userId="25853297-1418-4fc4-96ec-22f8bc83a64b" providerId="ADAL" clId="{B17EA56F-A8B5-4954-B011-50901DE9AA44}" dt="2025-09-16T09:07:07.396" v="900" actId="47"/>
        <pc:sldMkLst>
          <pc:docMk/>
          <pc:sldMk cId="2130039786" sldId="353"/>
        </pc:sldMkLst>
      </pc:sldChg>
      <pc:sldChg chg="add del">
        <pc:chgData name="Alexander Kastil" userId="25853297-1418-4fc4-96ec-22f8bc83a64b" providerId="ADAL" clId="{B17EA56F-A8B5-4954-B011-50901DE9AA44}" dt="2025-09-14T19:04:46.928" v="782"/>
        <pc:sldMkLst>
          <pc:docMk/>
          <pc:sldMk cId="3484996754" sldId="353"/>
        </pc:sldMkLst>
      </pc:sldChg>
      <pc:sldChg chg="add del">
        <pc:chgData name="Alexander Kastil" userId="25853297-1418-4fc4-96ec-22f8bc83a64b" providerId="ADAL" clId="{B17EA56F-A8B5-4954-B011-50901DE9AA44}" dt="2025-09-16T09:07:07.396" v="900" actId="47"/>
        <pc:sldMkLst>
          <pc:docMk/>
          <pc:sldMk cId="2151545093" sldId="354"/>
        </pc:sldMkLst>
      </pc:sldChg>
      <pc:sldChg chg="add del">
        <pc:chgData name="Alexander Kastil" userId="25853297-1418-4fc4-96ec-22f8bc83a64b" providerId="ADAL" clId="{B17EA56F-A8B5-4954-B011-50901DE9AA44}" dt="2025-09-14T19:04:46.928" v="782"/>
        <pc:sldMkLst>
          <pc:docMk/>
          <pc:sldMk cId="3372032884" sldId="354"/>
        </pc:sldMkLst>
      </pc:sldChg>
      <pc:sldChg chg="add del">
        <pc:chgData name="Alexander Kastil" userId="25853297-1418-4fc4-96ec-22f8bc83a64b" providerId="ADAL" clId="{B17EA56F-A8B5-4954-B011-50901DE9AA44}" dt="2025-09-14T19:04:55.753" v="784" actId="2696"/>
        <pc:sldMkLst>
          <pc:docMk/>
          <pc:sldMk cId="3714499011" sldId="354"/>
        </pc:sldMkLst>
      </pc:sldChg>
      <pc:sldChg chg="modSp add del mod">
        <pc:chgData name="Alexander Kastil" userId="25853297-1418-4fc4-96ec-22f8bc83a64b" providerId="ADAL" clId="{B17EA56F-A8B5-4954-B011-50901DE9AA44}" dt="2025-10-09T07:00:40.944" v="9375" actId="47"/>
        <pc:sldMkLst>
          <pc:docMk/>
          <pc:sldMk cId="2007390462" sldId="368"/>
        </pc:sldMkLst>
      </pc:sldChg>
      <pc:sldChg chg="modSp add del mod">
        <pc:chgData name="Alexander Kastil" userId="25853297-1418-4fc4-96ec-22f8bc83a64b" providerId="ADAL" clId="{B17EA56F-A8B5-4954-B011-50901DE9AA44}" dt="2025-10-04T05:46:56.530" v="6017" actId="2696"/>
        <pc:sldMkLst>
          <pc:docMk/>
          <pc:sldMk cId="3020230035" sldId="368"/>
        </pc:sldMkLst>
      </pc:sldChg>
      <pc:sldChg chg="modSp add del mod">
        <pc:chgData name="Alexander Kastil" userId="25853297-1418-4fc4-96ec-22f8bc83a64b" providerId="ADAL" clId="{B17EA56F-A8B5-4954-B011-50901DE9AA44}" dt="2025-10-04T05:46:56.530" v="6017" actId="2696"/>
        <pc:sldMkLst>
          <pc:docMk/>
          <pc:sldMk cId="3292614142" sldId="373"/>
        </pc:sldMkLst>
      </pc:sldChg>
      <pc:sldChg chg="addSp delSp modSp add mod chgLayout">
        <pc:chgData name="Alexander Kastil" userId="25853297-1418-4fc4-96ec-22f8bc83a64b" providerId="ADAL" clId="{B17EA56F-A8B5-4954-B011-50901DE9AA44}" dt="2025-10-09T06:57:40.931" v="9329" actId="27636"/>
        <pc:sldMkLst>
          <pc:docMk/>
          <pc:sldMk cId="4030705070" sldId="373"/>
        </pc:sldMkLst>
        <pc:spChg chg="mod ord">
          <ac:chgData name="Alexander Kastil" userId="25853297-1418-4fc4-96ec-22f8bc83a64b" providerId="ADAL" clId="{B17EA56F-A8B5-4954-B011-50901DE9AA44}" dt="2025-10-09T06:57:22.598" v="9322" actId="700"/>
          <ac:spMkLst>
            <pc:docMk/>
            <pc:sldMk cId="4030705070" sldId="373"/>
            <ac:spMk id="2" creationId="{00000000-0000-0000-0000-000000000000}"/>
          </ac:spMkLst>
        </pc:spChg>
        <pc:spChg chg="mod">
          <ac:chgData name="Alexander Kastil" userId="25853297-1418-4fc4-96ec-22f8bc83a64b" providerId="ADAL" clId="{B17EA56F-A8B5-4954-B011-50901DE9AA44}" dt="2025-10-09T06:57:33.372" v="9326" actId="21"/>
          <ac:spMkLst>
            <pc:docMk/>
            <pc:sldMk cId="4030705070" sldId="373"/>
            <ac:spMk id="4" creationId="{9EC0CF19-CF30-27D3-BA2C-8BFEBB8B7945}"/>
          </ac:spMkLst>
        </pc:spChg>
        <pc:spChg chg="add mod ord">
          <ac:chgData name="Alexander Kastil" userId="25853297-1418-4fc4-96ec-22f8bc83a64b" providerId="ADAL" clId="{B17EA56F-A8B5-4954-B011-50901DE9AA44}" dt="2025-10-09T06:57:40.931" v="9329" actId="27636"/>
          <ac:spMkLst>
            <pc:docMk/>
            <pc:sldMk cId="4030705070" sldId="373"/>
            <ac:spMk id="7" creationId="{430EC961-9960-71B1-F485-0E00851353D4}"/>
          </ac:spMkLst>
        </pc:spChg>
        <pc:picChg chg="add mod">
          <ac:chgData name="Alexander Kastil" userId="25853297-1418-4fc4-96ec-22f8bc83a64b" providerId="ADAL" clId="{B17EA56F-A8B5-4954-B011-50901DE9AA44}" dt="2025-10-09T06:57:24.261" v="9323"/>
          <ac:picMkLst>
            <pc:docMk/>
            <pc:sldMk cId="4030705070" sldId="373"/>
            <ac:picMk id="9" creationId="{00000000-0000-0000-0000-000000000000}"/>
          </ac:picMkLst>
        </pc:picChg>
      </pc:sldChg>
      <pc:sldChg chg="modSp mod">
        <pc:chgData name="Alexander Kastil" userId="25853297-1418-4fc4-96ec-22f8bc83a64b" providerId="ADAL" clId="{B17EA56F-A8B5-4954-B011-50901DE9AA44}" dt="2025-09-14T18:25:36.828" v="403"/>
        <pc:sldMkLst>
          <pc:docMk/>
          <pc:sldMk cId="897094042" sldId="559"/>
        </pc:sldMkLst>
      </pc:sldChg>
      <pc:sldChg chg="modSp del mod chgLayout">
        <pc:chgData name="Alexander Kastil" userId="25853297-1418-4fc4-96ec-22f8bc83a64b" providerId="ADAL" clId="{B17EA56F-A8B5-4954-B011-50901DE9AA44}" dt="2025-09-14T18:35:22.847" v="436" actId="47"/>
        <pc:sldMkLst>
          <pc:docMk/>
          <pc:sldMk cId="224013511" sldId="1720"/>
        </pc:sldMkLst>
      </pc:sldChg>
      <pc:sldChg chg="modSp del mod ord">
        <pc:chgData name="Alexander Kastil" userId="25853297-1418-4fc4-96ec-22f8bc83a64b" providerId="ADAL" clId="{B17EA56F-A8B5-4954-B011-50901DE9AA44}" dt="2025-09-16T09:06:44.295" v="897" actId="47"/>
        <pc:sldMkLst>
          <pc:docMk/>
          <pc:sldMk cId="2674073567" sldId="1750"/>
        </pc:sldMkLst>
      </pc:sldChg>
      <pc:sldChg chg="add del">
        <pc:chgData name="Alexander Kastil" userId="25853297-1418-4fc4-96ec-22f8bc83a64b" providerId="ADAL" clId="{B17EA56F-A8B5-4954-B011-50901DE9AA44}" dt="2025-09-14T18:39:57.799" v="467" actId="2696"/>
        <pc:sldMkLst>
          <pc:docMk/>
          <pc:sldMk cId="864259472" sldId="1973"/>
        </pc:sldMkLst>
      </pc:sldChg>
      <pc:sldChg chg="add del">
        <pc:chgData name="Alexander Kastil" userId="25853297-1418-4fc4-96ec-22f8bc83a64b" providerId="ADAL" clId="{B17EA56F-A8B5-4954-B011-50901DE9AA44}" dt="2025-09-14T18:40:05.797" v="469" actId="2696"/>
        <pc:sldMkLst>
          <pc:docMk/>
          <pc:sldMk cId="1949772439" sldId="1973"/>
        </pc:sldMkLst>
      </pc:sldChg>
      <pc:sldChg chg="modSp add del mod">
        <pc:chgData name="Alexander Kastil" userId="25853297-1418-4fc4-96ec-22f8bc83a64b" providerId="ADAL" clId="{B17EA56F-A8B5-4954-B011-50901DE9AA44}" dt="2025-09-16T09:07:30.858" v="903" actId="47"/>
        <pc:sldMkLst>
          <pc:docMk/>
          <pc:sldMk cId="2056561061" sldId="1973"/>
        </pc:sldMkLst>
      </pc:sldChg>
      <pc:sldChg chg="add del">
        <pc:chgData name="Alexander Kastil" userId="25853297-1418-4fc4-96ec-22f8bc83a64b" providerId="ADAL" clId="{B17EA56F-A8B5-4954-B011-50901DE9AA44}" dt="2025-09-14T18:57:50.941" v="704" actId="2696"/>
        <pc:sldMkLst>
          <pc:docMk/>
          <pc:sldMk cId="2325416161" sldId="1973"/>
        </pc:sldMkLst>
      </pc:sldChg>
      <pc:sldChg chg="modSp add mod">
        <pc:chgData name="Alexander Kastil" userId="25853297-1418-4fc4-96ec-22f8bc83a64b" providerId="ADAL" clId="{B17EA56F-A8B5-4954-B011-50901DE9AA44}" dt="2025-09-16T09:06:56.873" v="898"/>
        <pc:sldMkLst>
          <pc:docMk/>
          <pc:sldMk cId="1872865422" sldId="2020"/>
        </pc:sldMkLst>
      </pc:sldChg>
      <pc:sldChg chg="add del">
        <pc:chgData name="Alexander Kastil" userId="25853297-1418-4fc4-96ec-22f8bc83a64b" providerId="ADAL" clId="{B17EA56F-A8B5-4954-B011-50901DE9AA44}" dt="2025-09-14T19:04:46.928" v="782"/>
        <pc:sldMkLst>
          <pc:docMk/>
          <pc:sldMk cId="2384161933" sldId="2020"/>
        </pc:sldMkLst>
      </pc:sldChg>
      <pc:sldChg chg="modSp add del mod">
        <pc:chgData name="Alexander Kastil" userId="25853297-1418-4fc4-96ec-22f8bc83a64b" providerId="ADAL" clId="{B17EA56F-A8B5-4954-B011-50901DE9AA44}" dt="2025-09-14T19:04:55.753" v="784" actId="2696"/>
        <pc:sldMkLst>
          <pc:docMk/>
          <pc:sldMk cId="3745641020" sldId="2020"/>
        </pc:sldMkLst>
      </pc:sldChg>
      <pc:sldChg chg="addSp delSp modSp add mod modClrScheme delAnim chgLayout">
        <pc:chgData name="Alexander Kastil" userId="25853297-1418-4fc4-96ec-22f8bc83a64b" providerId="ADAL" clId="{B17EA56F-A8B5-4954-B011-50901DE9AA44}" dt="2025-10-09T04:39:36.252" v="9319" actId="27636"/>
        <pc:sldMkLst>
          <pc:docMk/>
          <pc:sldMk cId="1893195442" sldId="2562"/>
        </pc:sldMkLst>
        <pc:spChg chg="add mod ord">
          <ac:chgData name="Alexander Kastil" userId="25853297-1418-4fc4-96ec-22f8bc83a64b" providerId="ADAL" clId="{B17EA56F-A8B5-4954-B011-50901DE9AA44}" dt="2025-10-09T04:39:36.252" v="9319" actId="27636"/>
          <ac:spMkLst>
            <pc:docMk/>
            <pc:sldMk cId="1893195442" sldId="2562"/>
            <ac:spMk id="11" creationId="{37D7A8EE-A3C2-88EA-793F-6AC043D97043}"/>
          </ac:spMkLst>
        </pc:spChg>
        <pc:picChg chg="add mod">
          <ac:chgData name="Alexander Kastil" userId="25853297-1418-4fc4-96ec-22f8bc83a64b" providerId="ADAL" clId="{B17EA56F-A8B5-4954-B011-50901DE9AA44}" dt="2025-10-03T10:21:40.542" v="5537"/>
          <ac:picMkLst>
            <pc:docMk/>
            <pc:sldMk cId="1893195442" sldId="2562"/>
            <ac:picMk id="1026" creationId="{494F8645-E9DA-7D40-6F88-E401453FBD85}"/>
          </ac:picMkLst>
        </pc:picChg>
      </pc:sldChg>
      <pc:sldChg chg="addSp delSp modSp add mod modClrScheme delAnim chgLayout">
        <pc:chgData name="Alexander Kastil" userId="25853297-1418-4fc4-96ec-22f8bc83a64b" providerId="ADAL" clId="{B17EA56F-A8B5-4954-B011-50901DE9AA44}" dt="2025-10-07T13:46:59.802" v="8144" actId="478"/>
        <pc:sldMkLst>
          <pc:docMk/>
          <pc:sldMk cId="275713341" sldId="2563"/>
        </pc:sldMkLst>
      </pc:sldChg>
      <pc:sldChg chg="addSp delSp modSp add del mod modClrScheme chgLayout">
        <pc:chgData name="Alexander Kastil" userId="25853297-1418-4fc4-96ec-22f8bc83a64b" providerId="ADAL" clId="{B17EA56F-A8B5-4954-B011-50901DE9AA44}" dt="2025-10-09T04:13:32.830" v="9019" actId="2696"/>
        <pc:sldMkLst>
          <pc:docMk/>
          <pc:sldMk cId="1034957180" sldId="2564"/>
        </pc:sldMkLst>
      </pc:sldChg>
      <pc:sldChg chg="modSp add del mod">
        <pc:chgData name="Alexander Kastil" userId="25853297-1418-4fc4-96ec-22f8bc83a64b" providerId="ADAL" clId="{B17EA56F-A8B5-4954-B011-50901DE9AA44}" dt="2025-09-17T07:18:45.172" v="1993" actId="47"/>
        <pc:sldMkLst>
          <pc:docMk/>
          <pc:sldMk cId="1771168273" sldId="2564"/>
        </pc:sldMkLst>
      </pc:sldChg>
      <pc:sldChg chg="add">
        <pc:chgData name="Alexander Kastil" userId="25853297-1418-4fc4-96ec-22f8bc83a64b" providerId="ADAL" clId="{B17EA56F-A8B5-4954-B011-50901DE9AA44}" dt="2025-10-09T04:13:40.385" v="9021"/>
        <pc:sldMkLst>
          <pc:docMk/>
          <pc:sldMk cId="3940050683" sldId="2564"/>
        </pc:sldMkLst>
      </pc:sldChg>
      <pc:sldChg chg="addSp delSp modSp add mod ord modClrScheme chgLayout">
        <pc:chgData name="Alexander Kastil" userId="25853297-1418-4fc4-96ec-22f8bc83a64b" providerId="ADAL" clId="{B17EA56F-A8B5-4954-B011-50901DE9AA44}" dt="2025-09-17T06:48:03.235" v="1684"/>
        <pc:sldMkLst>
          <pc:docMk/>
          <pc:sldMk cId="1608036923" sldId="2565"/>
        </pc:sldMkLst>
      </pc:sldChg>
      <pc:sldChg chg="addSp delSp modSp add mod modClrScheme modAnim chgLayout">
        <pc:chgData name="Alexander Kastil" userId="25853297-1418-4fc4-96ec-22f8bc83a64b" providerId="ADAL" clId="{B17EA56F-A8B5-4954-B011-50901DE9AA44}" dt="2025-10-03T05:50:20.155" v="4682" actId="12"/>
        <pc:sldMkLst>
          <pc:docMk/>
          <pc:sldMk cId="12630736" sldId="2567"/>
        </pc:sldMkLst>
        <pc:spChg chg="mod">
          <ac:chgData name="Alexander Kastil" userId="25853297-1418-4fc4-96ec-22f8bc83a64b" providerId="ADAL" clId="{B17EA56F-A8B5-4954-B011-50901DE9AA44}" dt="2025-10-03T05:50:20.155" v="4682" actId="12"/>
          <ac:spMkLst>
            <pc:docMk/>
            <pc:sldMk cId="12630736" sldId="2567"/>
            <ac:spMk id="4" creationId="{1CBB3922-C4A7-9603-8C44-BCE4080E88C4}"/>
          </ac:spMkLst>
        </pc:spChg>
      </pc:sldChg>
      <pc:sldChg chg="addSp delSp modSp add mod ord modClrScheme chgLayout">
        <pc:chgData name="Alexander Kastil" userId="25853297-1418-4fc4-96ec-22f8bc83a64b" providerId="ADAL" clId="{B17EA56F-A8B5-4954-B011-50901DE9AA44}" dt="2025-10-03T06:25:51.922" v="4758" actId="404"/>
        <pc:sldMkLst>
          <pc:docMk/>
          <pc:sldMk cId="3593672556" sldId="2571"/>
        </pc:sldMkLst>
        <pc:spChg chg="mod ord">
          <ac:chgData name="Alexander Kastil" userId="25853297-1418-4fc4-96ec-22f8bc83a64b" providerId="ADAL" clId="{B17EA56F-A8B5-4954-B011-50901DE9AA44}" dt="2025-10-03T06:25:45.057" v="4753" actId="26606"/>
          <ac:spMkLst>
            <pc:docMk/>
            <pc:sldMk cId="3593672556" sldId="2571"/>
            <ac:spMk id="2" creationId="{99076EB0-25E6-C8AA-91EB-C240E281039C}"/>
          </ac:spMkLst>
        </pc:spChg>
        <pc:spChg chg="mod ord">
          <ac:chgData name="Alexander Kastil" userId="25853297-1418-4fc4-96ec-22f8bc83a64b" providerId="ADAL" clId="{B17EA56F-A8B5-4954-B011-50901DE9AA44}" dt="2025-10-03T06:25:51.922" v="4758" actId="404"/>
          <ac:spMkLst>
            <pc:docMk/>
            <pc:sldMk cId="3593672556" sldId="2571"/>
            <ac:spMk id="4" creationId="{29730F01-04E1-2FDA-FBFC-6751613454C8}"/>
          </ac:spMkLst>
        </pc:spChg>
      </pc:sldChg>
      <pc:sldChg chg="addSp delSp modSp add mod ord modClrScheme delAnim modAnim chgLayout">
        <pc:chgData name="Alexander Kastil" userId="25853297-1418-4fc4-96ec-22f8bc83a64b" providerId="ADAL" clId="{B17EA56F-A8B5-4954-B011-50901DE9AA44}" dt="2025-10-03T06:21:24.474" v="4742" actId="108"/>
        <pc:sldMkLst>
          <pc:docMk/>
          <pc:sldMk cId="464261923" sldId="2573"/>
        </pc:sldMkLst>
        <pc:spChg chg="add mod ord">
          <ac:chgData name="Alexander Kastil" userId="25853297-1418-4fc4-96ec-22f8bc83a64b" providerId="ADAL" clId="{B17EA56F-A8B5-4954-B011-50901DE9AA44}" dt="2025-10-03T06:21:24.474" v="4742" actId="108"/>
          <ac:spMkLst>
            <pc:docMk/>
            <pc:sldMk cId="464261923" sldId="2573"/>
            <ac:spMk id="7" creationId="{5A4AB021-6B39-0E5A-0C41-7D02A621C0C2}"/>
          </ac:spMkLst>
        </pc:spChg>
      </pc:sldChg>
      <pc:sldChg chg="add del">
        <pc:chgData name="Alexander Kastil" userId="25853297-1418-4fc4-96ec-22f8bc83a64b" providerId="ADAL" clId="{B17EA56F-A8B5-4954-B011-50901DE9AA44}" dt="2025-09-14T19:04:46.928" v="782"/>
        <pc:sldMkLst>
          <pc:docMk/>
          <pc:sldMk cId="712951995" sldId="8457"/>
        </pc:sldMkLst>
      </pc:sldChg>
      <pc:sldChg chg="add del">
        <pc:chgData name="Alexander Kastil" userId="25853297-1418-4fc4-96ec-22f8bc83a64b" providerId="ADAL" clId="{B17EA56F-A8B5-4954-B011-50901DE9AA44}" dt="2025-09-14T19:04:55.753" v="784" actId="2696"/>
        <pc:sldMkLst>
          <pc:docMk/>
          <pc:sldMk cId="3629272225" sldId="8457"/>
        </pc:sldMkLst>
      </pc:sldChg>
      <pc:sldChg chg="add del">
        <pc:chgData name="Alexander Kastil" userId="25853297-1418-4fc4-96ec-22f8bc83a64b" providerId="ADAL" clId="{B17EA56F-A8B5-4954-B011-50901DE9AA44}" dt="2025-09-16T09:07:07.396" v="900" actId="47"/>
        <pc:sldMkLst>
          <pc:docMk/>
          <pc:sldMk cId="4171712916" sldId="8457"/>
        </pc:sldMkLst>
      </pc:sldChg>
      <pc:sldChg chg="add del">
        <pc:chgData name="Alexander Kastil" userId="25853297-1418-4fc4-96ec-22f8bc83a64b" providerId="ADAL" clId="{B17EA56F-A8B5-4954-B011-50901DE9AA44}" dt="2025-09-16T09:07:07.396" v="900" actId="47"/>
        <pc:sldMkLst>
          <pc:docMk/>
          <pc:sldMk cId="308313566" sldId="8458"/>
        </pc:sldMkLst>
      </pc:sldChg>
      <pc:sldChg chg="add del">
        <pc:chgData name="Alexander Kastil" userId="25853297-1418-4fc4-96ec-22f8bc83a64b" providerId="ADAL" clId="{B17EA56F-A8B5-4954-B011-50901DE9AA44}" dt="2025-09-14T19:04:46.928" v="782"/>
        <pc:sldMkLst>
          <pc:docMk/>
          <pc:sldMk cId="1114144549" sldId="8458"/>
        </pc:sldMkLst>
      </pc:sldChg>
      <pc:sldChg chg="add del">
        <pc:chgData name="Alexander Kastil" userId="25853297-1418-4fc4-96ec-22f8bc83a64b" providerId="ADAL" clId="{B17EA56F-A8B5-4954-B011-50901DE9AA44}" dt="2025-09-14T19:04:55.753" v="784" actId="2696"/>
        <pc:sldMkLst>
          <pc:docMk/>
          <pc:sldMk cId="3233280524" sldId="8458"/>
        </pc:sldMkLst>
      </pc:sldChg>
      <pc:sldChg chg="modSp add mod">
        <pc:chgData name="Alexander Kastil" userId="25853297-1418-4fc4-96ec-22f8bc83a64b" providerId="ADAL" clId="{B17EA56F-A8B5-4954-B011-50901DE9AA44}" dt="2025-09-16T09:05:04.434" v="889"/>
        <pc:sldMkLst>
          <pc:docMk/>
          <pc:sldMk cId="3188967036" sldId="8463"/>
        </pc:sldMkLst>
      </pc:sldChg>
      <pc:sldChg chg="del ord">
        <pc:chgData name="Alexander Kastil" userId="25853297-1418-4fc4-96ec-22f8bc83a64b" providerId="ADAL" clId="{B17EA56F-A8B5-4954-B011-50901DE9AA44}" dt="2025-09-16T09:06:44.295" v="897" actId="47"/>
        <pc:sldMkLst>
          <pc:docMk/>
          <pc:sldMk cId="1661570778" sldId="8465"/>
        </pc:sldMkLst>
      </pc:sldChg>
      <pc:sldChg chg="del">
        <pc:chgData name="Alexander Kastil" userId="25853297-1418-4fc4-96ec-22f8bc83a64b" providerId="ADAL" clId="{B17EA56F-A8B5-4954-B011-50901DE9AA44}" dt="2025-09-14T18:29:00.560" v="408" actId="47"/>
        <pc:sldMkLst>
          <pc:docMk/>
          <pc:sldMk cId="3526829860" sldId="8466"/>
        </pc:sldMkLst>
      </pc:sldChg>
      <pc:sldChg chg="del">
        <pc:chgData name="Alexander Kastil" userId="25853297-1418-4fc4-96ec-22f8bc83a64b" providerId="ADAL" clId="{B17EA56F-A8B5-4954-B011-50901DE9AA44}" dt="2025-09-16T09:07:30.858" v="903" actId="47"/>
        <pc:sldMkLst>
          <pc:docMk/>
          <pc:sldMk cId="759204927" sldId="8468"/>
        </pc:sldMkLst>
      </pc:sldChg>
      <pc:sldChg chg="add del">
        <pc:chgData name="Alexander Kastil" userId="25853297-1418-4fc4-96ec-22f8bc83a64b" providerId="ADAL" clId="{B17EA56F-A8B5-4954-B011-50901DE9AA44}" dt="2025-09-16T09:07:07.396" v="900" actId="47"/>
        <pc:sldMkLst>
          <pc:docMk/>
          <pc:sldMk cId="1283039713" sldId="8473"/>
        </pc:sldMkLst>
      </pc:sldChg>
      <pc:sldChg chg="add del">
        <pc:chgData name="Alexander Kastil" userId="25853297-1418-4fc4-96ec-22f8bc83a64b" providerId="ADAL" clId="{B17EA56F-A8B5-4954-B011-50901DE9AA44}" dt="2025-09-14T19:04:55.753" v="784" actId="2696"/>
        <pc:sldMkLst>
          <pc:docMk/>
          <pc:sldMk cId="3678169884" sldId="8473"/>
        </pc:sldMkLst>
      </pc:sldChg>
      <pc:sldChg chg="add del">
        <pc:chgData name="Alexander Kastil" userId="25853297-1418-4fc4-96ec-22f8bc83a64b" providerId="ADAL" clId="{B17EA56F-A8B5-4954-B011-50901DE9AA44}" dt="2025-09-14T19:04:46.928" v="782"/>
        <pc:sldMkLst>
          <pc:docMk/>
          <pc:sldMk cId="3732283386" sldId="8473"/>
        </pc:sldMkLst>
      </pc:sldChg>
      <pc:sldChg chg="del">
        <pc:chgData name="Alexander Kastil" userId="25853297-1418-4fc4-96ec-22f8bc83a64b" providerId="ADAL" clId="{B17EA56F-A8B5-4954-B011-50901DE9AA44}" dt="2025-09-16T09:07:30.858" v="903" actId="47"/>
        <pc:sldMkLst>
          <pc:docMk/>
          <pc:sldMk cId="2365443317" sldId="8475"/>
        </pc:sldMkLst>
      </pc:sldChg>
      <pc:sldChg chg="del">
        <pc:chgData name="Alexander Kastil" userId="25853297-1418-4fc4-96ec-22f8bc83a64b" providerId="ADAL" clId="{B17EA56F-A8B5-4954-B011-50901DE9AA44}" dt="2025-09-16T09:07:30.858" v="903" actId="47"/>
        <pc:sldMkLst>
          <pc:docMk/>
          <pc:sldMk cId="1544978287" sldId="8476"/>
        </pc:sldMkLst>
      </pc:sldChg>
      <pc:sldChg chg="addSp modSp del mod">
        <pc:chgData name="Alexander Kastil" userId="25853297-1418-4fc4-96ec-22f8bc83a64b" providerId="ADAL" clId="{B17EA56F-A8B5-4954-B011-50901DE9AA44}" dt="2025-09-17T10:23:34.115" v="2590" actId="47"/>
        <pc:sldMkLst>
          <pc:docMk/>
          <pc:sldMk cId="1263764921" sldId="8478"/>
        </pc:sldMkLst>
      </pc:sldChg>
      <pc:sldChg chg="del">
        <pc:chgData name="Alexander Kastil" userId="25853297-1418-4fc4-96ec-22f8bc83a64b" providerId="ADAL" clId="{B17EA56F-A8B5-4954-B011-50901DE9AA44}" dt="2025-09-14T18:37:32.993" v="443" actId="47"/>
        <pc:sldMkLst>
          <pc:docMk/>
          <pc:sldMk cId="827708876" sldId="8479"/>
        </pc:sldMkLst>
      </pc:sldChg>
      <pc:sldChg chg="del">
        <pc:chgData name="Alexander Kastil" userId="25853297-1418-4fc4-96ec-22f8bc83a64b" providerId="ADAL" clId="{B17EA56F-A8B5-4954-B011-50901DE9AA44}" dt="2025-09-14T18:37:32.993" v="443" actId="47"/>
        <pc:sldMkLst>
          <pc:docMk/>
          <pc:sldMk cId="3579897819" sldId="8481"/>
        </pc:sldMkLst>
      </pc:sldChg>
      <pc:sldChg chg="del">
        <pc:chgData name="Alexander Kastil" userId="25853297-1418-4fc4-96ec-22f8bc83a64b" providerId="ADAL" clId="{B17EA56F-A8B5-4954-B011-50901DE9AA44}" dt="2025-09-14T18:37:32.993" v="443" actId="47"/>
        <pc:sldMkLst>
          <pc:docMk/>
          <pc:sldMk cId="2387333562" sldId="8482"/>
        </pc:sldMkLst>
      </pc:sldChg>
      <pc:sldChg chg="add del">
        <pc:chgData name="Alexander Kastil" userId="25853297-1418-4fc4-96ec-22f8bc83a64b" providerId="ADAL" clId="{B17EA56F-A8B5-4954-B011-50901DE9AA44}" dt="2025-09-16T09:07:30.858" v="903" actId="47"/>
        <pc:sldMkLst>
          <pc:docMk/>
          <pc:sldMk cId="1011042757" sldId="8484"/>
        </pc:sldMkLst>
      </pc:sldChg>
      <pc:sldChg chg="del">
        <pc:chgData name="Alexander Kastil" userId="25853297-1418-4fc4-96ec-22f8bc83a64b" providerId="ADAL" clId="{B17EA56F-A8B5-4954-B011-50901DE9AA44}" dt="2025-09-14T18:38:11.039" v="444" actId="2696"/>
        <pc:sldMkLst>
          <pc:docMk/>
          <pc:sldMk cId="4179185169" sldId="8484"/>
        </pc:sldMkLst>
      </pc:sldChg>
      <pc:sldChg chg="del ord">
        <pc:chgData name="Alexander Kastil" userId="25853297-1418-4fc4-96ec-22f8bc83a64b" providerId="ADAL" clId="{B17EA56F-A8B5-4954-B011-50901DE9AA44}" dt="2025-09-14T18:30:36.223" v="419" actId="47"/>
        <pc:sldMkLst>
          <pc:docMk/>
          <pc:sldMk cId="2907730902" sldId="8485"/>
        </pc:sldMkLst>
      </pc:sldChg>
      <pc:sldChg chg="del">
        <pc:chgData name="Alexander Kastil" userId="25853297-1418-4fc4-96ec-22f8bc83a64b" providerId="ADAL" clId="{B17EA56F-A8B5-4954-B011-50901DE9AA44}" dt="2025-09-14T18:29:42.632" v="414" actId="47"/>
        <pc:sldMkLst>
          <pc:docMk/>
          <pc:sldMk cId="2397158577" sldId="8486"/>
        </pc:sldMkLst>
      </pc:sldChg>
      <pc:sldChg chg="add del">
        <pc:chgData name="Alexander Kastil" userId="25853297-1418-4fc4-96ec-22f8bc83a64b" providerId="ADAL" clId="{B17EA56F-A8B5-4954-B011-50901DE9AA44}" dt="2025-09-14T18:38:15.727" v="445" actId="47"/>
        <pc:sldMkLst>
          <pc:docMk/>
          <pc:sldMk cId="3193633598" sldId="8490"/>
        </pc:sldMkLst>
      </pc:sldChg>
      <pc:sldChg chg="del">
        <pc:chgData name="Alexander Kastil" userId="25853297-1418-4fc4-96ec-22f8bc83a64b" providerId="ADAL" clId="{B17EA56F-A8B5-4954-B011-50901DE9AA44}" dt="2025-09-14T18:37:32.993" v="443" actId="47"/>
        <pc:sldMkLst>
          <pc:docMk/>
          <pc:sldMk cId="2340016405" sldId="8492"/>
        </pc:sldMkLst>
      </pc:sldChg>
      <pc:sldChg chg="del">
        <pc:chgData name="Alexander Kastil" userId="25853297-1418-4fc4-96ec-22f8bc83a64b" providerId="ADAL" clId="{B17EA56F-A8B5-4954-B011-50901DE9AA44}" dt="2025-09-14T18:37:32.993" v="443" actId="47"/>
        <pc:sldMkLst>
          <pc:docMk/>
          <pc:sldMk cId="2433222350" sldId="8493"/>
        </pc:sldMkLst>
      </pc:sldChg>
      <pc:sldChg chg="del">
        <pc:chgData name="Alexander Kastil" userId="25853297-1418-4fc4-96ec-22f8bc83a64b" providerId="ADAL" clId="{B17EA56F-A8B5-4954-B011-50901DE9AA44}" dt="2025-09-14T18:37:32.993" v="443" actId="47"/>
        <pc:sldMkLst>
          <pc:docMk/>
          <pc:sldMk cId="1088766581" sldId="8494"/>
        </pc:sldMkLst>
      </pc:sldChg>
      <pc:sldChg chg="add del">
        <pc:chgData name="Alexander Kastil" userId="25853297-1418-4fc4-96ec-22f8bc83a64b" providerId="ADAL" clId="{B17EA56F-A8B5-4954-B011-50901DE9AA44}" dt="2025-09-14T18:40:05.797" v="469" actId="2696"/>
        <pc:sldMkLst>
          <pc:docMk/>
          <pc:sldMk cId="1729263003" sldId="8495"/>
        </pc:sldMkLst>
      </pc:sldChg>
      <pc:sldChg chg="add del">
        <pc:chgData name="Alexander Kastil" userId="25853297-1418-4fc4-96ec-22f8bc83a64b" providerId="ADAL" clId="{B17EA56F-A8B5-4954-B011-50901DE9AA44}" dt="2025-09-14T18:57:50.941" v="704" actId="2696"/>
        <pc:sldMkLst>
          <pc:docMk/>
          <pc:sldMk cId="2244695550" sldId="8495"/>
        </pc:sldMkLst>
      </pc:sldChg>
      <pc:sldChg chg="add del">
        <pc:chgData name="Alexander Kastil" userId="25853297-1418-4fc4-96ec-22f8bc83a64b" providerId="ADAL" clId="{B17EA56F-A8B5-4954-B011-50901DE9AA44}" dt="2025-09-16T09:07:30.858" v="903" actId="47"/>
        <pc:sldMkLst>
          <pc:docMk/>
          <pc:sldMk cId="3162110246" sldId="8495"/>
        </pc:sldMkLst>
      </pc:sldChg>
      <pc:sldChg chg="addSp delSp modSp del mod">
        <pc:chgData name="Alexander Kastil" userId="25853297-1418-4fc4-96ec-22f8bc83a64b" providerId="ADAL" clId="{B17EA56F-A8B5-4954-B011-50901DE9AA44}" dt="2025-09-14T18:39:57.799" v="467" actId="2696"/>
        <pc:sldMkLst>
          <pc:docMk/>
          <pc:sldMk cId="3875340337" sldId="8495"/>
        </pc:sldMkLst>
      </pc:sldChg>
      <pc:sldChg chg="del">
        <pc:chgData name="Alexander Kastil" userId="25853297-1418-4fc4-96ec-22f8bc83a64b" providerId="ADAL" clId="{B17EA56F-A8B5-4954-B011-50901DE9AA44}" dt="2025-09-14T07:51:14.864" v="275" actId="47"/>
        <pc:sldMkLst>
          <pc:docMk/>
          <pc:sldMk cId="4185999800" sldId="8496"/>
        </pc:sldMkLst>
      </pc:sldChg>
      <pc:sldChg chg="del">
        <pc:chgData name="Alexander Kastil" userId="25853297-1418-4fc4-96ec-22f8bc83a64b" providerId="ADAL" clId="{B17EA56F-A8B5-4954-B011-50901DE9AA44}" dt="2025-09-14T18:37:32.993" v="443" actId="47"/>
        <pc:sldMkLst>
          <pc:docMk/>
          <pc:sldMk cId="2275573862" sldId="8498"/>
        </pc:sldMkLst>
      </pc:sldChg>
      <pc:sldChg chg="add del">
        <pc:chgData name="Alexander Kastil" userId="25853297-1418-4fc4-96ec-22f8bc83a64b" providerId="ADAL" clId="{B17EA56F-A8B5-4954-B011-50901DE9AA44}" dt="2025-09-14T18:57:50.941" v="704" actId="2696"/>
        <pc:sldMkLst>
          <pc:docMk/>
          <pc:sldMk cId="198996962" sldId="8499"/>
        </pc:sldMkLst>
      </pc:sldChg>
      <pc:sldChg chg="add del">
        <pc:chgData name="Alexander Kastil" userId="25853297-1418-4fc4-96ec-22f8bc83a64b" providerId="ADAL" clId="{B17EA56F-A8B5-4954-B011-50901DE9AA44}" dt="2025-09-14T18:40:05.797" v="469" actId="2696"/>
        <pc:sldMkLst>
          <pc:docMk/>
          <pc:sldMk cId="584078765" sldId="8499"/>
        </pc:sldMkLst>
      </pc:sldChg>
      <pc:sldChg chg="add del">
        <pc:chgData name="Alexander Kastil" userId="25853297-1418-4fc4-96ec-22f8bc83a64b" providerId="ADAL" clId="{B17EA56F-A8B5-4954-B011-50901DE9AA44}" dt="2025-09-16T09:07:30.858" v="903" actId="47"/>
        <pc:sldMkLst>
          <pc:docMk/>
          <pc:sldMk cId="2310716938" sldId="8499"/>
        </pc:sldMkLst>
      </pc:sldChg>
      <pc:sldChg chg="modSp del mod">
        <pc:chgData name="Alexander Kastil" userId="25853297-1418-4fc4-96ec-22f8bc83a64b" providerId="ADAL" clId="{B17EA56F-A8B5-4954-B011-50901DE9AA44}" dt="2025-09-14T18:39:57.799" v="467" actId="2696"/>
        <pc:sldMkLst>
          <pc:docMk/>
          <pc:sldMk cId="2842125732" sldId="8499"/>
        </pc:sldMkLst>
      </pc:sldChg>
      <pc:sldChg chg="modSp add del mod">
        <pc:chgData name="Alexander Kastil" userId="25853297-1418-4fc4-96ec-22f8bc83a64b" providerId="ADAL" clId="{B17EA56F-A8B5-4954-B011-50901DE9AA44}" dt="2025-09-17T10:11:36.465" v="2514"/>
        <pc:sldMkLst>
          <pc:docMk/>
          <pc:sldMk cId="2484488728" sldId="2147478639"/>
        </pc:sldMkLst>
      </pc:sldChg>
      <pc:sldChg chg="add del">
        <pc:chgData name="Alexander Kastil" userId="25853297-1418-4fc4-96ec-22f8bc83a64b" providerId="ADAL" clId="{B17EA56F-A8B5-4954-B011-50901DE9AA44}" dt="2025-09-16T09:06:34.699" v="891" actId="47"/>
        <pc:sldMkLst>
          <pc:docMk/>
          <pc:sldMk cId="1950775765" sldId="2147479661"/>
        </pc:sldMkLst>
      </pc:sldChg>
      <pc:sldChg chg="add del">
        <pc:chgData name="Alexander Kastil" userId="25853297-1418-4fc4-96ec-22f8bc83a64b" providerId="ADAL" clId="{B17EA56F-A8B5-4954-B011-50901DE9AA44}" dt="2025-09-16T09:06:44.295" v="897" actId="47"/>
        <pc:sldMkLst>
          <pc:docMk/>
          <pc:sldMk cId="2836856872" sldId="2147479662"/>
        </pc:sldMkLst>
      </pc:sldChg>
      <pc:sldChg chg="add del">
        <pc:chgData name="Alexander Kastil" userId="25853297-1418-4fc4-96ec-22f8bc83a64b" providerId="ADAL" clId="{B17EA56F-A8B5-4954-B011-50901DE9AA44}" dt="2025-09-14T18:40:46.604" v="471" actId="47"/>
        <pc:sldMkLst>
          <pc:docMk/>
          <pc:sldMk cId="977107104" sldId="2147479663"/>
        </pc:sldMkLst>
      </pc:sldChg>
      <pc:sldChg chg="modSp add del mod">
        <pc:chgData name="Alexander Kastil" userId="25853297-1418-4fc4-96ec-22f8bc83a64b" providerId="ADAL" clId="{B17EA56F-A8B5-4954-B011-50901DE9AA44}" dt="2025-09-16T09:06:44.295" v="897" actId="47"/>
        <pc:sldMkLst>
          <pc:docMk/>
          <pc:sldMk cId="3003158565" sldId="2147479667"/>
        </pc:sldMkLst>
      </pc:sldChg>
      <pc:sldChg chg="add del">
        <pc:chgData name="Alexander Kastil" userId="25853297-1418-4fc4-96ec-22f8bc83a64b" providerId="ADAL" clId="{B17EA56F-A8B5-4954-B011-50901DE9AA44}" dt="2025-09-16T09:07:07.396" v="900" actId="47"/>
        <pc:sldMkLst>
          <pc:docMk/>
          <pc:sldMk cId="273190243" sldId="2147479669"/>
        </pc:sldMkLst>
      </pc:sldChg>
      <pc:sldChg chg="modSp add del mod">
        <pc:chgData name="Alexander Kastil" userId="25853297-1418-4fc4-96ec-22f8bc83a64b" providerId="ADAL" clId="{B17EA56F-A8B5-4954-B011-50901DE9AA44}" dt="2025-09-14T18:24:45.121" v="400" actId="2696"/>
        <pc:sldMkLst>
          <pc:docMk/>
          <pc:sldMk cId="3528638099" sldId="2147479669"/>
        </pc:sldMkLst>
      </pc:sldChg>
      <pc:sldChg chg="add del">
        <pc:chgData name="Alexander Kastil" userId="25853297-1418-4fc4-96ec-22f8bc83a64b" providerId="ADAL" clId="{B17EA56F-A8B5-4954-B011-50901DE9AA44}" dt="2025-09-16T09:07:30.858" v="903" actId="47"/>
        <pc:sldMkLst>
          <pc:docMk/>
          <pc:sldMk cId="2393245253" sldId="2147479670"/>
        </pc:sldMkLst>
      </pc:sldChg>
      <pc:sldChg chg="add del">
        <pc:chgData name="Alexander Kastil" userId="25853297-1418-4fc4-96ec-22f8bc83a64b" providerId="ADAL" clId="{B17EA56F-A8B5-4954-B011-50901DE9AA44}" dt="2025-09-16T09:07:30.858" v="903" actId="47"/>
        <pc:sldMkLst>
          <pc:docMk/>
          <pc:sldMk cId="3704852571" sldId="2147479671"/>
        </pc:sldMkLst>
      </pc:sldChg>
      <pc:sldChg chg="add del">
        <pc:chgData name="Alexander Kastil" userId="25853297-1418-4fc4-96ec-22f8bc83a64b" providerId="ADAL" clId="{B17EA56F-A8B5-4954-B011-50901DE9AA44}" dt="2025-09-16T09:07:30.858" v="903" actId="47"/>
        <pc:sldMkLst>
          <pc:docMk/>
          <pc:sldMk cId="4139851392" sldId="2147479672"/>
        </pc:sldMkLst>
      </pc:sldChg>
      <pc:sldChg chg="add del">
        <pc:chgData name="Alexander Kastil" userId="25853297-1418-4fc4-96ec-22f8bc83a64b" providerId="ADAL" clId="{B17EA56F-A8B5-4954-B011-50901DE9AA44}" dt="2025-09-16T09:07:30.858" v="903" actId="47"/>
        <pc:sldMkLst>
          <pc:docMk/>
          <pc:sldMk cId="293024492" sldId="2147479673"/>
        </pc:sldMkLst>
      </pc:sldChg>
      <pc:sldChg chg="add del">
        <pc:chgData name="Alexander Kastil" userId="25853297-1418-4fc4-96ec-22f8bc83a64b" providerId="ADAL" clId="{B17EA56F-A8B5-4954-B011-50901DE9AA44}" dt="2025-09-16T09:07:30.858" v="903" actId="47"/>
        <pc:sldMkLst>
          <pc:docMk/>
          <pc:sldMk cId="1735031258" sldId="2147479678"/>
        </pc:sldMkLst>
      </pc:sldChg>
      <pc:sldChg chg="add del">
        <pc:chgData name="Alexander Kastil" userId="25853297-1418-4fc4-96ec-22f8bc83a64b" providerId="ADAL" clId="{B17EA56F-A8B5-4954-B011-50901DE9AA44}" dt="2025-09-16T09:07:30.858" v="903" actId="47"/>
        <pc:sldMkLst>
          <pc:docMk/>
          <pc:sldMk cId="3826286246" sldId="2147479679"/>
        </pc:sldMkLst>
      </pc:sldChg>
      <pc:sldChg chg="add del">
        <pc:chgData name="Alexander Kastil" userId="25853297-1418-4fc4-96ec-22f8bc83a64b" providerId="ADAL" clId="{B17EA56F-A8B5-4954-B011-50901DE9AA44}" dt="2025-09-16T09:07:30.858" v="903" actId="47"/>
        <pc:sldMkLst>
          <pc:docMk/>
          <pc:sldMk cId="2285569770" sldId="2147479682"/>
        </pc:sldMkLst>
      </pc:sldChg>
      <pc:sldChg chg="add del">
        <pc:chgData name="Alexander Kastil" userId="25853297-1418-4fc4-96ec-22f8bc83a64b" providerId="ADAL" clId="{B17EA56F-A8B5-4954-B011-50901DE9AA44}" dt="2025-09-16T09:07:30.858" v="903" actId="47"/>
        <pc:sldMkLst>
          <pc:docMk/>
          <pc:sldMk cId="825604261" sldId="2147479683"/>
        </pc:sldMkLst>
      </pc:sldChg>
      <pc:sldChg chg="add del">
        <pc:chgData name="Alexander Kastil" userId="25853297-1418-4fc4-96ec-22f8bc83a64b" providerId="ADAL" clId="{B17EA56F-A8B5-4954-B011-50901DE9AA44}" dt="2025-09-14T18:40:46.604" v="471" actId="47"/>
        <pc:sldMkLst>
          <pc:docMk/>
          <pc:sldMk cId="1221082613" sldId="2147479684"/>
        </pc:sldMkLst>
      </pc:sldChg>
      <pc:sldChg chg="add del">
        <pc:chgData name="Alexander Kastil" userId="25853297-1418-4fc4-96ec-22f8bc83a64b" providerId="ADAL" clId="{B17EA56F-A8B5-4954-B011-50901DE9AA44}" dt="2025-09-16T09:07:30.858" v="903" actId="47"/>
        <pc:sldMkLst>
          <pc:docMk/>
          <pc:sldMk cId="1342768626" sldId="2147479685"/>
        </pc:sldMkLst>
      </pc:sldChg>
      <pc:sldChg chg="add del">
        <pc:chgData name="Alexander Kastil" userId="25853297-1418-4fc4-96ec-22f8bc83a64b" providerId="ADAL" clId="{B17EA56F-A8B5-4954-B011-50901DE9AA44}" dt="2025-09-16T09:07:30.858" v="903" actId="47"/>
        <pc:sldMkLst>
          <pc:docMk/>
          <pc:sldMk cId="3720831821" sldId="2147479686"/>
        </pc:sldMkLst>
      </pc:sldChg>
      <pc:sldChg chg="add del">
        <pc:chgData name="Alexander Kastil" userId="25853297-1418-4fc4-96ec-22f8bc83a64b" providerId="ADAL" clId="{B17EA56F-A8B5-4954-B011-50901DE9AA44}" dt="2025-09-14T07:58:24.517" v="278" actId="2696"/>
        <pc:sldMkLst>
          <pc:docMk/>
          <pc:sldMk cId="1364131604" sldId="2147479689"/>
        </pc:sldMkLst>
      </pc:sldChg>
      <pc:sldChg chg="modSp add del mod">
        <pc:chgData name="Alexander Kastil" userId="25853297-1418-4fc4-96ec-22f8bc83a64b" providerId="ADAL" clId="{B17EA56F-A8B5-4954-B011-50901DE9AA44}" dt="2025-09-14T18:40:54.867" v="473" actId="2696"/>
        <pc:sldMkLst>
          <pc:docMk/>
          <pc:sldMk cId="2002625801" sldId="2147479689"/>
        </pc:sldMkLst>
      </pc:sldChg>
      <pc:sldChg chg="modSp add del mod">
        <pc:chgData name="Alexander Kastil" userId="25853297-1418-4fc4-96ec-22f8bc83a64b" providerId="ADAL" clId="{B17EA56F-A8B5-4954-B011-50901DE9AA44}" dt="2025-09-16T09:06:44.295" v="897" actId="47"/>
        <pc:sldMkLst>
          <pc:docMk/>
          <pc:sldMk cId="2791638024" sldId="2147479689"/>
        </pc:sldMkLst>
      </pc:sldChg>
      <pc:sldChg chg="add del">
        <pc:chgData name="Alexander Kastil" userId="25853297-1418-4fc4-96ec-22f8bc83a64b" providerId="ADAL" clId="{B17EA56F-A8B5-4954-B011-50901DE9AA44}" dt="2025-09-16T09:07:30.858" v="903" actId="47"/>
        <pc:sldMkLst>
          <pc:docMk/>
          <pc:sldMk cId="4082816339" sldId="2147479696"/>
        </pc:sldMkLst>
      </pc:sldChg>
      <pc:sldChg chg="add del">
        <pc:chgData name="Alexander Kastil" userId="25853297-1418-4fc4-96ec-22f8bc83a64b" providerId="ADAL" clId="{B17EA56F-A8B5-4954-B011-50901DE9AA44}" dt="2025-09-16T09:07:30.858" v="903" actId="47"/>
        <pc:sldMkLst>
          <pc:docMk/>
          <pc:sldMk cId="2307708763" sldId="2147479697"/>
        </pc:sldMkLst>
      </pc:sldChg>
      <pc:sldChg chg="add del">
        <pc:chgData name="Alexander Kastil" userId="25853297-1418-4fc4-96ec-22f8bc83a64b" providerId="ADAL" clId="{B17EA56F-A8B5-4954-B011-50901DE9AA44}" dt="2025-09-16T09:07:30.858" v="903" actId="47"/>
        <pc:sldMkLst>
          <pc:docMk/>
          <pc:sldMk cId="1660691213" sldId="2147479698"/>
        </pc:sldMkLst>
      </pc:sldChg>
      <pc:sldChg chg="addSp delSp modSp add del mod">
        <pc:chgData name="Alexander Kastil" userId="25853297-1418-4fc4-96ec-22f8bc83a64b" providerId="ADAL" clId="{B17EA56F-A8B5-4954-B011-50901DE9AA44}" dt="2025-09-14T18:24:45.121" v="400" actId="2696"/>
        <pc:sldMkLst>
          <pc:docMk/>
          <pc:sldMk cId="3239994655" sldId="2147479700"/>
        </pc:sldMkLst>
      </pc:sldChg>
      <pc:sldChg chg="add del">
        <pc:chgData name="Alexander Kastil" userId="25853297-1418-4fc4-96ec-22f8bc83a64b" providerId="ADAL" clId="{B17EA56F-A8B5-4954-B011-50901DE9AA44}" dt="2025-09-16T09:07:07.396" v="900" actId="47"/>
        <pc:sldMkLst>
          <pc:docMk/>
          <pc:sldMk cId="3386875325" sldId="2147479700"/>
        </pc:sldMkLst>
      </pc:sldChg>
      <pc:sldChg chg="add del">
        <pc:chgData name="Alexander Kastil" userId="25853297-1418-4fc4-96ec-22f8bc83a64b" providerId="ADAL" clId="{B17EA56F-A8B5-4954-B011-50901DE9AA44}" dt="2025-09-16T09:07:30.858" v="903" actId="47"/>
        <pc:sldMkLst>
          <pc:docMk/>
          <pc:sldMk cId="1448429281" sldId="2147479701"/>
        </pc:sldMkLst>
      </pc:sldChg>
      <pc:sldChg chg="modSp add del mod modClrScheme chgLayout">
        <pc:chgData name="Alexander Kastil" userId="25853297-1418-4fc4-96ec-22f8bc83a64b" providerId="ADAL" clId="{B17EA56F-A8B5-4954-B011-50901DE9AA44}" dt="2025-09-16T09:07:30.858" v="903" actId="47"/>
        <pc:sldMkLst>
          <pc:docMk/>
          <pc:sldMk cId="3116132983" sldId="2147479702"/>
        </pc:sldMkLst>
      </pc:sldChg>
      <pc:sldChg chg="add del">
        <pc:chgData name="Alexander Kastil" userId="25853297-1418-4fc4-96ec-22f8bc83a64b" providerId="ADAL" clId="{B17EA56F-A8B5-4954-B011-50901DE9AA44}" dt="2025-09-16T09:07:30.858" v="903" actId="47"/>
        <pc:sldMkLst>
          <pc:docMk/>
          <pc:sldMk cId="2785155120" sldId="2147479703"/>
        </pc:sldMkLst>
      </pc:sldChg>
      <pc:sldChg chg="add del">
        <pc:chgData name="Alexander Kastil" userId="25853297-1418-4fc4-96ec-22f8bc83a64b" providerId="ADAL" clId="{B17EA56F-A8B5-4954-B011-50901DE9AA44}" dt="2025-09-16T09:07:30.858" v="903" actId="47"/>
        <pc:sldMkLst>
          <pc:docMk/>
          <pc:sldMk cId="3343999902" sldId="2147479704"/>
        </pc:sldMkLst>
      </pc:sldChg>
      <pc:sldChg chg="del">
        <pc:chgData name="Alexander Kastil" userId="25853297-1418-4fc4-96ec-22f8bc83a64b" providerId="ADAL" clId="{B17EA56F-A8B5-4954-B011-50901DE9AA44}" dt="2025-09-14T18:37:32.993" v="443" actId="47"/>
        <pc:sldMkLst>
          <pc:docMk/>
          <pc:sldMk cId="183230671" sldId="2147479726"/>
        </pc:sldMkLst>
      </pc:sldChg>
      <pc:sldChg chg="delSp modSp add del mod chgLayout">
        <pc:chgData name="Alexander Kastil" userId="25853297-1418-4fc4-96ec-22f8bc83a64b" providerId="ADAL" clId="{B17EA56F-A8B5-4954-B011-50901DE9AA44}" dt="2025-10-04T05:46:56.530" v="6017" actId="2696"/>
        <pc:sldMkLst>
          <pc:docMk/>
          <pc:sldMk cId="879343746" sldId="2147479736"/>
        </pc:sldMkLst>
      </pc:sldChg>
      <pc:sldChg chg="add">
        <pc:chgData name="Alexander Kastil" userId="25853297-1418-4fc4-96ec-22f8bc83a64b" providerId="ADAL" clId="{B17EA56F-A8B5-4954-B011-50901DE9AA44}" dt="2025-10-04T05:47:11.487" v="6018"/>
        <pc:sldMkLst>
          <pc:docMk/>
          <pc:sldMk cId="3970158731" sldId="2147479736"/>
        </pc:sldMkLst>
      </pc:sldChg>
      <pc:sldChg chg="add">
        <pc:chgData name="Alexander Kastil" userId="25853297-1418-4fc4-96ec-22f8bc83a64b" providerId="ADAL" clId="{B17EA56F-A8B5-4954-B011-50901DE9AA44}" dt="2025-10-04T05:47:11.487" v="6018"/>
        <pc:sldMkLst>
          <pc:docMk/>
          <pc:sldMk cId="515318156" sldId="2147479737"/>
        </pc:sldMkLst>
      </pc:sldChg>
      <pc:sldChg chg="del">
        <pc:chgData name="Alexander Kastil" userId="25853297-1418-4fc4-96ec-22f8bc83a64b" providerId="ADAL" clId="{B17EA56F-A8B5-4954-B011-50901DE9AA44}" dt="2025-09-14T18:38:18.193" v="446" actId="47"/>
        <pc:sldMkLst>
          <pc:docMk/>
          <pc:sldMk cId="874258498" sldId="2147479737"/>
        </pc:sldMkLst>
      </pc:sldChg>
      <pc:sldChg chg="addSp delSp modSp add del mod modClrScheme chgLayout">
        <pc:chgData name="Alexander Kastil" userId="25853297-1418-4fc4-96ec-22f8bc83a64b" providerId="ADAL" clId="{B17EA56F-A8B5-4954-B011-50901DE9AA44}" dt="2025-10-04T05:46:56.530" v="6017" actId="2696"/>
        <pc:sldMkLst>
          <pc:docMk/>
          <pc:sldMk cId="2328884501" sldId="2147479737"/>
        </pc:sldMkLst>
      </pc:sldChg>
      <pc:sldChg chg="del">
        <pc:chgData name="Alexander Kastil" userId="25853297-1418-4fc4-96ec-22f8bc83a64b" providerId="ADAL" clId="{B17EA56F-A8B5-4954-B011-50901DE9AA44}" dt="2025-09-14T18:24:26.274" v="399" actId="47"/>
        <pc:sldMkLst>
          <pc:docMk/>
          <pc:sldMk cId="1389929747" sldId="2147479741"/>
        </pc:sldMkLst>
      </pc:sldChg>
      <pc:sldChg chg="del">
        <pc:chgData name="Alexander Kastil" userId="25853297-1418-4fc4-96ec-22f8bc83a64b" providerId="ADAL" clId="{B17EA56F-A8B5-4954-B011-50901DE9AA44}" dt="2025-09-14T18:31:28.988" v="428" actId="47"/>
        <pc:sldMkLst>
          <pc:docMk/>
          <pc:sldMk cId="3423567977" sldId="2147479745"/>
        </pc:sldMkLst>
      </pc:sldChg>
      <pc:sldChg chg="del ord">
        <pc:chgData name="Alexander Kastil" userId="25853297-1418-4fc4-96ec-22f8bc83a64b" providerId="ADAL" clId="{B17EA56F-A8B5-4954-B011-50901DE9AA44}" dt="2025-09-16T09:06:44.295" v="897" actId="47"/>
        <pc:sldMkLst>
          <pc:docMk/>
          <pc:sldMk cId="3921767350" sldId="2147479746"/>
        </pc:sldMkLst>
      </pc:sldChg>
      <pc:sldChg chg="addSp modSp add del mod">
        <pc:chgData name="Alexander Kastil" userId="25853297-1418-4fc4-96ec-22f8bc83a64b" providerId="ADAL" clId="{B17EA56F-A8B5-4954-B011-50901DE9AA44}" dt="2025-09-14T18:40:52.106" v="472" actId="47"/>
        <pc:sldMkLst>
          <pc:docMk/>
          <pc:sldMk cId="3064327086" sldId="2147479747"/>
        </pc:sldMkLst>
      </pc:sldChg>
      <pc:sldChg chg="new del ord">
        <pc:chgData name="Alexander Kastil" userId="25853297-1418-4fc4-96ec-22f8bc83a64b" providerId="ADAL" clId="{B17EA56F-A8B5-4954-B011-50901DE9AA44}" dt="2025-09-14T18:52:12.963" v="619" actId="47"/>
        <pc:sldMkLst>
          <pc:docMk/>
          <pc:sldMk cId="79548314" sldId="2147479748"/>
        </pc:sldMkLst>
      </pc:sldChg>
      <pc:sldChg chg="add del">
        <pc:chgData name="Alexander Kastil" userId="25853297-1418-4fc4-96ec-22f8bc83a64b" providerId="ADAL" clId="{B17EA56F-A8B5-4954-B011-50901DE9AA44}" dt="2025-09-14T18:52:12.963" v="619" actId="47"/>
        <pc:sldMkLst>
          <pc:docMk/>
          <pc:sldMk cId="2163905456" sldId="2147479749"/>
        </pc:sldMkLst>
      </pc:sldChg>
      <pc:sldChg chg="add del">
        <pc:chgData name="Alexander Kastil" userId="25853297-1418-4fc4-96ec-22f8bc83a64b" providerId="ADAL" clId="{B17EA56F-A8B5-4954-B011-50901DE9AA44}" dt="2025-09-14T18:52:12.963" v="619" actId="47"/>
        <pc:sldMkLst>
          <pc:docMk/>
          <pc:sldMk cId="563168981" sldId="2147479750"/>
        </pc:sldMkLst>
      </pc:sldChg>
      <pc:sldChg chg="add del">
        <pc:chgData name="Alexander Kastil" userId="25853297-1418-4fc4-96ec-22f8bc83a64b" providerId="ADAL" clId="{B17EA56F-A8B5-4954-B011-50901DE9AA44}" dt="2025-09-14T18:40:46.604" v="471" actId="47"/>
        <pc:sldMkLst>
          <pc:docMk/>
          <pc:sldMk cId="594520904" sldId="2147479751"/>
        </pc:sldMkLst>
      </pc:sldChg>
      <pc:sldChg chg="add del">
        <pc:chgData name="Alexander Kastil" userId="25853297-1418-4fc4-96ec-22f8bc83a64b" providerId="ADAL" clId="{B17EA56F-A8B5-4954-B011-50901DE9AA44}" dt="2025-09-14T19:05:15.560" v="786" actId="47"/>
        <pc:sldMkLst>
          <pc:docMk/>
          <pc:sldMk cId="907393585" sldId="2147479752"/>
        </pc:sldMkLst>
      </pc:sldChg>
      <pc:sldChg chg="modSp add del mod">
        <pc:chgData name="Alexander Kastil" userId="25853297-1418-4fc4-96ec-22f8bc83a64b" providerId="ADAL" clId="{B17EA56F-A8B5-4954-B011-50901DE9AA44}" dt="2025-09-14T18:24:45.121" v="400" actId="2696"/>
        <pc:sldMkLst>
          <pc:docMk/>
          <pc:sldMk cId="3566788525" sldId="2147479752"/>
        </pc:sldMkLst>
      </pc:sldChg>
      <pc:sldChg chg="modSp add del mod">
        <pc:chgData name="Alexander Kastil" userId="25853297-1418-4fc4-96ec-22f8bc83a64b" providerId="ADAL" clId="{B17EA56F-A8B5-4954-B011-50901DE9AA44}" dt="2025-09-16T09:07:30.858" v="903" actId="47"/>
        <pc:sldMkLst>
          <pc:docMk/>
          <pc:sldMk cId="3266697795" sldId="2147479753"/>
        </pc:sldMkLst>
      </pc:sldChg>
      <pc:sldChg chg="add del">
        <pc:chgData name="Alexander Kastil" userId="25853297-1418-4fc4-96ec-22f8bc83a64b" providerId="ADAL" clId="{B17EA56F-A8B5-4954-B011-50901DE9AA44}" dt="2025-09-14T18:36:52.204" v="440"/>
        <pc:sldMkLst>
          <pc:docMk/>
          <pc:sldMk cId="1701308469" sldId="2147479754"/>
        </pc:sldMkLst>
      </pc:sldChg>
      <pc:sldChg chg="new del">
        <pc:chgData name="Alexander Kastil" userId="25853297-1418-4fc4-96ec-22f8bc83a64b" providerId="ADAL" clId="{B17EA56F-A8B5-4954-B011-50901DE9AA44}" dt="2025-09-14T07:21:13.748" v="54" actId="47"/>
        <pc:sldMkLst>
          <pc:docMk/>
          <pc:sldMk cId="2521840429" sldId="2147479754"/>
        </pc:sldMkLst>
      </pc:sldChg>
      <pc:sldChg chg="modSp new add del mod ord">
        <pc:chgData name="Alexander Kastil" userId="25853297-1418-4fc4-96ec-22f8bc83a64b" providerId="ADAL" clId="{B17EA56F-A8B5-4954-B011-50901DE9AA44}" dt="2025-09-16T09:07:30.858" v="903" actId="47"/>
        <pc:sldMkLst>
          <pc:docMk/>
          <pc:sldMk cId="3228867651" sldId="2147479754"/>
        </pc:sldMkLst>
      </pc:sldChg>
      <pc:sldChg chg="modSp add del mod">
        <pc:chgData name="Alexander Kastil" userId="25853297-1418-4fc4-96ec-22f8bc83a64b" providerId="ADAL" clId="{B17EA56F-A8B5-4954-B011-50901DE9AA44}" dt="2025-09-14T18:52:12.963" v="619" actId="47"/>
        <pc:sldMkLst>
          <pc:docMk/>
          <pc:sldMk cId="1786322303" sldId="2147479755"/>
        </pc:sldMkLst>
      </pc:sldChg>
      <pc:sldChg chg="modSp add del mod">
        <pc:chgData name="Alexander Kastil" userId="25853297-1418-4fc4-96ec-22f8bc83a64b" providerId="ADAL" clId="{B17EA56F-A8B5-4954-B011-50901DE9AA44}" dt="2025-09-14T18:52:12.963" v="619" actId="47"/>
        <pc:sldMkLst>
          <pc:docMk/>
          <pc:sldMk cId="2362433458" sldId="2147479756"/>
        </pc:sldMkLst>
      </pc:sldChg>
      <pc:sldChg chg="modSp add del mod">
        <pc:chgData name="Alexander Kastil" userId="25853297-1418-4fc4-96ec-22f8bc83a64b" providerId="ADAL" clId="{B17EA56F-A8B5-4954-B011-50901DE9AA44}" dt="2025-09-14T18:52:12.963" v="619" actId="47"/>
        <pc:sldMkLst>
          <pc:docMk/>
          <pc:sldMk cId="340486749" sldId="2147479757"/>
        </pc:sldMkLst>
      </pc:sldChg>
      <pc:sldChg chg="add del">
        <pc:chgData name="Alexander Kastil" userId="25853297-1418-4fc4-96ec-22f8bc83a64b" providerId="ADAL" clId="{B17EA56F-A8B5-4954-B011-50901DE9AA44}" dt="2025-09-14T18:52:12.963" v="619" actId="47"/>
        <pc:sldMkLst>
          <pc:docMk/>
          <pc:sldMk cId="1386549978" sldId="2147479758"/>
        </pc:sldMkLst>
      </pc:sldChg>
      <pc:sldChg chg="add del">
        <pc:chgData name="Alexander Kastil" userId="25853297-1418-4fc4-96ec-22f8bc83a64b" providerId="ADAL" clId="{B17EA56F-A8B5-4954-B011-50901DE9AA44}" dt="2025-09-14T18:27:20.185" v="407" actId="47"/>
        <pc:sldMkLst>
          <pc:docMk/>
          <pc:sldMk cId="998806561" sldId="2147479759"/>
        </pc:sldMkLst>
      </pc:sldChg>
      <pc:sldChg chg="add del">
        <pc:chgData name="Alexander Kastil" userId="25853297-1418-4fc4-96ec-22f8bc83a64b" providerId="ADAL" clId="{B17EA56F-A8B5-4954-B011-50901DE9AA44}" dt="2025-09-16T09:06:44.295" v="897" actId="47"/>
        <pc:sldMkLst>
          <pc:docMk/>
          <pc:sldMk cId="2933840235" sldId="2147479760"/>
        </pc:sldMkLst>
      </pc:sldChg>
      <pc:sldChg chg="add del">
        <pc:chgData name="Alexander Kastil" userId="25853297-1418-4fc4-96ec-22f8bc83a64b" providerId="ADAL" clId="{B17EA56F-A8B5-4954-B011-50901DE9AA44}" dt="2025-09-14T18:29:14.650" v="411" actId="47"/>
        <pc:sldMkLst>
          <pc:docMk/>
          <pc:sldMk cId="3883173704" sldId="2147479761"/>
        </pc:sldMkLst>
      </pc:sldChg>
      <pc:sldChg chg="add del">
        <pc:chgData name="Alexander Kastil" userId="25853297-1418-4fc4-96ec-22f8bc83a64b" providerId="ADAL" clId="{B17EA56F-A8B5-4954-B011-50901DE9AA44}" dt="2025-09-16T09:06:44.295" v="897" actId="47"/>
        <pc:sldMkLst>
          <pc:docMk/>
          <pc:sldMk cId="2751891103" sldId="2147479762"/>
        </pc:sldMkLst>
      </pc:sldChg>
      <pc:sldChg chg="addSp modSp new del mod">
        <pc:chgData name="Alexander Kastil" userId="25853297-1418-4fc4-96ec-22f8bc83a64b" providerId="ADAL" clId="{B17EA56F-A8B5-4954-B011-50901DE9AA44}" dt="2025-09-14T18:38:11.039" v="444" actId="2696"/>
        <pc:sldMkLst>
          <pc:docMk/>
          <pc:sldMk cId="473082846" sldId="2147479763"/>
        </pc:sldMkLst>
      </pc:sldChg>
      <pc:sldChg chg="add del">
        <pc:chgData name="Alexander Kastil" userId="25853297-1418-4fc4-96ec-22f8bc83a64b" providerId="ADAL" clId="{B17EA56F-A8B5-4954-B011-50901DE9AA44}" dt="2025-09-16T09:07:30.858" v="903" actId="47"/>
        <pc:sldMkLst>
          <pc:docMk/>
          <pc:sldMk cId="1453394224" sldId="2147479763"/>
        </pc:sldMkLst>
      </pc:sldChg>
      <pc:sldChg chg="add del">
        <pc:chgData name="Alexander Kastil" userId="25853297-1418-4fc4-96ec-22f8bc83a64b" providerId="ADAL" clId="{B17EA56F-A8B5-4954-B011-50901DE9AA44}" dt="2025-09-14T18:38:26.192" v="448" actId="2696"/>
        <pc:sldMkLst>
          <pc:docMk/>
          <pc:sldMk cId="2171691561" sldId="2147479763"/>
        </pc:sldMkLst>
      </pc:sldChg>
      <pc:sldChg chg="addSp delSp modSp new del mod modClrScheme chgLayout">
        <pc:chgData name="Alexander Kastil" userId="25853297-1418-4fc4-96ec-22f8bc83a64b" providerId="ADAL" clId="{B17EA56F-A8B5-4954-B011-50901DE9AA44}" dt="2025-09-14T18:44:26.888" v="483" actId="2696"/>
        <pc:sldMkLst>
          <pc:docMk/>
          <pc:sldMk cId="1749253926" sldId="2147479764"/>
        </pc:sldMkLst>
      </pc:sldChg>
      <pc:sldChg chg="add del">
        <pc:chgData name="Alexander Kastil" userId="25853297-1418-4fc4-96ec-22f8bc83a64b" providerId="ADAL" clId="{B17EA56F-A8B5-4954-B011-50901DE9AA44}" dt="2025-09-16T09:07:30.858" v="903" actId="47"/>
        <pc:sldMkLst>
          <pc:docMk/>
          <pc:sldMk cId="2032708059" sldId="2147479764"/>
        </pc:sldMkLst>
      </pc:sldChg>
      <pc:sldChg chg="addSp delSp modSp new del mod">
        <pc:chgData name="Alexander Kastil" userId="25853297-1418-4fc4-96ec-22f8bc83a64b" providerId="ADAL" clId="{B17EA56F-A8B5-4954-B011-50901DE9AA44}" dt="2025-09-16T09:07:30.858" v="903" actId="47"/>
        <pc:sldMkLst>
          <pc:docMk/>
          <pc:sldMk cId="2038835437" sldId="2147479765"/>
        </pc:sldMkLst>
      </pc:sldChg>
      <pc:sldChg chg="modSp new add del mod">
        <pc:chgData name="Alexander Kastil" userId="25853297-1418-4fc4-96ec-22f8bc83a64b" providerId="ADAL" clId="{B17EA56F-A8B5-4954-B011-50901DE9AA44}" dt="2025-10-04T05:37:00.957" v="5835" actId="2696"/>
        <pc:sldMkLst>
          <pc:docMk/>
          <pc:sldMk cId="830058211" sldId="2147479766"/>
        </pc:sldMkLst>
      </pc:sldChg>
      <pc:sldChg chg="add">
        <pc:chgData name="Alexander Kastil" userId="25853297-1418-4fc4-96ec-22f8bc83a64b" providerId="ADAL" clId="{B17EA56F-A8B5-4954-B011-50901DE9AA44}" dt="2025-10-04T05:37:03.512" v="5836"/>
        <pc:sldMkLst>
          <pc:docMk/>
          <pc:sldMk cId="1162780748" sldId="2147479766"/>
        </pc:sldMkLst>
      </pc:sldChg>
      <pc:sldChg chg="addSp delSp modSp new del mod">
        <pc:chgData name="Alexander Kastil" userId="25853297-1418-4fc4-96ec-22f8bc83a64b" providerId="ADAL" clId="{B17EA56F-A8B5-4954-B011-50901DE9AA44}" dt="2025-09-16T09:07:30.858" v="903" actId="47"/>
        <pc:sldMkLst>
          <pc:docMk/>
          <pc:sldMk cId="3067254916" sldId="2147479767"/>
        </pc:sldMkLst>
      </pc:sldChg>
      <pc:sldChg chg="modSp new del mod">
        <pc:chgData name="Alexander Kastil" userId="25853297-1418-4fc4-96ec-22f8bc83a64b" providerId="ADAL" clId="{B17EA56F-A8B5-4954-B011-50901DE9AA44}" dt="2025-09-16T09:07:30.858" v="903" actId="47"/>
        <pc:sldMkLst>
          <pc:docMk/>
          <pc:sldMk cId="1007095297" sldId="2147479768"/>
        </pc:sldMkLst>
      </pc:sldChg>
      <pc:sldChg chg="modSp new del mod">
        <pc:chgData name="Alexander Kastil" userId="25853297-1418-4fc4-96ec-22f8bc83a64b" providerId="ADAL" clId="{B17EA56F-A8B5-4954-B011-50901DE9AA44}" dt="2025-09-14T19:16:38.033" v="826" actId="47"/>
        <pc:sldMkLst>
          <pc:docMk/>
          <pc:sldMk cId="4233549914" sldId="2147479769"/>
        </pc:sldMkLst>
      </pc:sldChg>
      <pc:sldChg chg="addSp delSp modSp new del mod">
        <pc:chgData name="Alexander Kastil" userId="25853297-1418-4fc4-96ec-22f8bc83a64b" providerId="ADAL" clId="{B17EA56F-A8B5-4954-B011-50901DE9AA44}" dt="2025-09-16T09:07:30.858" v="903" actId="47"/>
        <pc:sldMkLst>
          <pc:docMk/>
          <pc:sldMk cId="2779246439" sldId="2147479770"/>
        </pc:sldMkLst>
      </pc:sldChg>
      <pc:sldChg chg="modSp new del mod">
        <pc:chgData name="Alexander Kastil" userId="25853297-1418-4fc4-96ec-22f8bc83a64b" providerId="ADAL" clId="{B17EA56F-A8B5-4954-B011-50901DE9AA44}" dt="2025-09-16T09:07:30.858" v="903" actId="47"/>
        <pc:sldMkLst>
          <pc:docMk/>
          <pc:sldMk cId="2759403728" sldId="2147479771"/>
        </pc:sldMkLst>
      </pc:sldChg>
      <pc:sldChg chg="modSp add del mod">
        <pc:chgData name="Alexander Kastil" userId="25853297-1418-4fc4-96ec-22f8bc83a64b" providerId="ADAL" clId="{B17EA56F-A8B5-4954-B011-50901DE9AA44}" dt="2025-09-16T09:07:30.858" v="903" actId="47"/>
        <pc:sldMkLst>
          <pc:docMk/>
          <pc:sldMk cId="2579085708" sldId="2147479772"/>
        </pc:sldMkLst>
      </pc:sldChg>
      <pc:sldChg chg="add del">
        <pc:chgData name="Alexander Kastil" userId="25853297-1418-4fc4-96ec-22f8bc83a64b" providerId="ADAL" clId="{B17EA56F-A8B5-4954-B011-50901DE9AA44}" dt="2025-09-16T09:07:30.858" v="903" actId="47"/>
        <pc:sldMkLst>
          <pc:docMk/>
          <pc:sldMk cId="4162764457" sldId="2147479773"/>
        </pc:sldMkLst>
      </pc:sldChg>
      <pc:sldChg chg="addSp delSp modSp new mod">
        <pc:chgData name="Alexander Kastil" userId="25853297-1418-4fc4-96ec-22f8bc83a64b" providerId="ADAL" clId="{B17EA56F-A8B5-4954-B011-50901DE9AA44}" dt="2025-09-16T16:05:44.903" v="930" actId="22"/>
        <pc:sldMkLst>
          <pc:docMk/>
          <pc:sldMk cId="863385469" sldId="2147479774"/>
        </pc:sldMkLst>
      </pc:sldChg>
      <pc:sldChg chg="addSp delSp modSp add mod">
        <pc:chgData name="Alexander Kastil" userId="25853297-1418-4fc4-96ec-22f8bc83a64b" providerId="ADAL" clId="{B17EA56F-A8B5-4954-B011-50901DE9AA44}" dt="2025-10-03T18:08:48.104" v="5649" actId="20577"/>
        <pc:sldMkLst>
          <pc:docMk/>
          <pc:sldMk cId="3080024269" sldId="2147479775"/>
        </pc:sldMkLst>
        <pc:spChg chg="mod">
          <ac:chgData name="Alexander Kastil" userId="25853297-1418-4fc4-96ec-22f8bc83a64b" providerId="ADAL" clId="{B17EA56F-A8B5-4954-B011-50901DE9AA44}" dt="2025-10-03T18:08:48.104" v="5649" actId="20577"/>
          <ac:spMkLst>
            <pc:docMk/>
            <pc:sldMk cId="3080024269" sldId="2147479775"/>
            <ac:spMk id="3" creationId="{E15B25D0-ED5E-DB18-9540-87A9BBA0EF27}"/>
          </ac:spMkLst>
        </pc:spChg>
      </pc:sldChg>
      <pc:sldChg chg="addSp modSp add del mod">
        <pc:chgData name="Alexander Kastil" userId="25853297-1418-4fc4-96ec-22f8bc83a64b" providerId="ADAL" clId="{B17EA56F-A8B5-4954-B011-50901DE9AA44}" dt="2025-10-03T18:09:15.944" v="5650" actId="47"/>
        <pc:sldMkLst>
          <pc:docMk/>
          <pc:sldMk cId="1648384200" sldId="2147479776"/>
        </pc:sldMkLst>
      </pc:sldChg>
      <pc:sldChg chg="addSp delSp modSp add mod modClrScheme chgLayout">
        <pc:chgData name="Alexander Kastil" userId="25853297-1418-4fc4-96ec-22f8bc83a64b" providerId="ADAL" clId="{B17EA56F-A8B5-4954-B011-50901DE9AA44}" dt="2025-10-03T18:11:32.503" v="5686" actId="27636"/>
        <pc:sldMkLst>
          <pc:docMk/>
          <pc:sldMk cId="2435344589" sldId="2147479777"/>
        </pc:sldMkLst>
        <pc:spChg chg="mod ord">
          <ac:chgData name="Alexander Kastil" userId="25853297-1418-4fc4-96ec-22f8bc83a64b" providerId="ADAL" clId="{B17EA56F-A8B5-4954-B011-50901DE9AA44}" dt="2025-10-03T18:10:09.732" v="5656" actId="27636"/>
          <ac:spMkLst>
            <pc:docMk/>
            <pc:sldMk cId="2435344589" sldId="2147479777"/>
            <ac:spMk id="3" creationId="{5D666EBB-D2E6-7D42-3388-E490762556AB}"/>
          </ac:spMkLst>
        </pc:spChg>
        <pc:spChg chg="add mod ord">
          <ac:chgData name="Alexander Kastil" userId="25853297-1418-4fc4-96ec-22f8bc83a64b" providerId="ADAL" clId="{B17EA56F-A8B5-4954-B011-50901DE9AA44}" dt="2025-10-03T18:11:32.503" v="5686" actId="27636"/>
          <ac:spMkLst>
            <pc:docMk/>
            <pc:sldMk cId="2435344589" sldId="2147479777"/>
            <ac:spMk id="6" creationId="{444AA1F1-AA68-8A1A-A4E3-3CE9C4C18D5D}"/>
          </ac:spMkLst>
        </pc:spChg>
        <pc:picChg chg="add mod">
          <ac:chgData name="Alexander Kastil" userId="25853297-1418-4fc4-96ec-22f8bc83a64b" providerId="ADAL" clId="{B17EA56F-A8B5-4954-B011-50901DE9AA44}" dt="2025-10-03T18:10:13.276" v="5657"/>
          <ac:picMkLst>
            <pc:docMk/>
            <pc:sldMk cId="2435344589" sldId="2147479777"/>
            <ac:picMk id="8" creationId="{F0C9F7FF-37F2-705D-D468-0626759225DB}"/>
          </ac:picMkLst>
        </pc:picChg>
      </pc:sldChg>
      <pc:sldChg chg="addSp modSp add mod">
        <pc:chgData name="Alexander Kastil" userId="25853297-1418-4fc4-96ec-22f8bc83a64b" providerId="ADAL" clId="{B17EA56F-A8B5-4954-B011-50901DE9AA44}" dt="2025-09-16T16:38:00.266" v="1132" actId="1076"/>
        <pc:sldMkLst>
          <pc:docMk/>
          <pc:sldMk cId="2733705392" sldId="2147479778"/>
        </pc:sldMkLst>
      </pc:sldChg>
      <pc:sldChg chg="modSp add mod ord">
        <pc:chgData name="Alexander Kastil" userId="25853297-1418-4fc4-96ec-22f8bc83a64b" providerId="ADAL" clId="{B17EA56F-A8B5-4954-B011-50901DE9AA44}" dt="2025-10-03T06:27:15.035" v="4770" actId="403"/>
        <pc:sldMkLst>
          <pc:docMk/>
          <pc:sldMk cId="669115346" sldId="2147479779"/>
        </pc:sldMkLst>
        <pc:spChg chg="mod">
          <ac:chgData name="Alexander Kastil" userId="25853297-1418-4fc4-96ec-22f8bc83a64b" providerId="ADAL" clId="{B17EA56F-A8B5-4954-B011-50901DE9AA44}" dt="2025-10-03T06:27:15.035" v="4770" actId="403"/>
          <ac:spMkLst>
            <pc:docMk/>
            <pc:sldMk cId="669115346" sldId="2147479779"/>
            <ac:spMk id="2" creationId="{815179F0-7542-EA1E-D378-14DE3B61D0DA}"/>
          </ac:spMkLst>
        </pc:spChg>
      </pc:sldChg>
      <pc:sldChg chg="addSp delSp modSp add del mod">
        <pc:chgData name="Alexander Kastil" userId="25853297-1418-4fc4-96ec-22f8bc83a64b" providerId="ADAL" clId="{B17EA56F-A8B5-4954-B011-50901DE9AA44}" dt="2025-09-17T09:38:38.715" v="2338" actId="47"/>
        <pc:sldMkLst>
          <pc:docMk/>
          <pc:sldMk cId="158708618" sldId="2147479780"/>
        </pc:sldMkLst>
      </pc:sldChg>
      <pc:sldChg chg="addSp delSp modSp add mod modClrScheme chgLayout">
        <pc:chgData name="Alexander Kastil" userId="25853297-1418-4fc4-96ec-22f8bc83a64b" providerId="ADAL" clId="{B17EA56F-A8B5-4954-B011-50901DE9AA44}" dt="2025-09-17T09:38:35.591" v="2337"/>
        <pc:sldMkLst>
          <pc:docMk/>
          <pc:sldMk cId="467021759" sldId="2147479781"/>
        </pc:sldMkLst>
      </pc:sldChg>
      <pc:sldChg chg="modSp add del mod">
        <pc:chgData name="Alexander Kastil" userId="25853297-1418-4fc4-96ec-22f8bc83a64b" providerId="ADAL" clId="{B17EA56F-A8B5-4954-B011-50901DE9AA44}" dt="2025-10-04T06:30:18.591" v="6060" actId="2696"/>
        <pc:sldMkLst>
          <pc:docMk/>
          <pc:sldMk cId="183060728" sldId="2147479782"/>
        </pc:sldMkLst>
      </pc:sldChg>
      <pc:sldChg chg="add">
        <pc:chgData name="Alexander Kastil" userId="25853297-1418-4fc4-96ec-22f8bc83a64b" providerId="ADAL" clId="{B17EA56F-A8B5-4954-B011-50901DE9AA44}" dt="2025-10-04T06:30:29.242" v="6061"/>
        <pc:sldMkLst>
          <pc:docMk/>
          <pc:sldMk cId="1329622101" sldId="2147479782"/>
        </pc:sldMkLst>
      </pc:sldChg>
      <pc:sldChg chg="addSp delSp modSp add mod modClrScheme chgLayout">
        <pc:chgData name="Alexander Kastil" userId="25853297-1418-4fc4-96ec-22f8bc83a64b" providerId="ADAL" clId="{B17EA56F-A8B5-4954-B011-50901DE9AA44}" dt="2025-10-03T07:03:52.065" v="5080" actId="20577"/>
        <pc:sldMkLst>
          <pc:docMk/>
          <pc:sldMk cId="97484890" sldId="2147479783"/>
        </pc:sldMkLst>
        <pc:spChg chg="mod ord">
          <ac:chgData name="Alexander Kastil" userId="25853297-1418-4fc4-96ec-22f8bc83a64b" providerId="ADAL" clId="{B17EA56F-A8B5-4954-B011-50901DE9AA44}" dt="2025-10-03T07:01:58.748" v="5033" actId="700"/>
          <ac:spMkLst>
            <pc:docMk/>
            <pc:sldMk cId="97484890" sldId="2147479783"/>
            <ac:spMk id="3" creationId="{2995B6E8-9A17-0540-E9E8-390A28B3D848}"/>
          </ac:spMkLst>
        </pc:spChg>
        <pc:spChg chg="add del mod ord">
          <ac:chgData name="Alexander Kastil" userId="25853297-1418-4fc4-96ec-22f8bc83a64b" providerId="ADAL" clId="{B17EA56F-A8B5-4954-B011-50901DE9AA44}" dt="2025-10-03T07:03:52.065" v="5080" actId="20577"/>
          <ac:spMkLst>
            <pc:docMk/>
            <pc:sldMk cId="97484890" sldId="2147479783"/>
            <ac:spMk id="6" creationId="{99FE3332-2499-221D-574B-737032FC45AB}"/>
          </ac:spMkLst>
        </pc:spChg>
        <pc:picChg chg="add mod">
          <ac:chgData name="Alexander Kastil" userId="25853297-1418-4fc4-96ec-22f8bc83a64b" providerId="ADAL" clId="{B17EA56F-A8B5-4954-B011-50901DE9AA44}" dt="2025-10-03T07:02:00.739" v="5037"/>
          <ac:picMkLst>
            <pc:docMk/>
            <pc:sldMk cId="97484890" sldId="2147479783"/>
            <ac:picMk id="11" creationId="{014824A4-60D6-5E0D-8939-8B3D280B13B8}"/>
          </ac:picMkLst>
        </pc:picChg>
      </pc:sldChg>
      <pc:sldChg chg="addSp delSp modSp add mod modClrScheme chgLayout">
        <pc:chgData name="Alexander Kastil" userId="25853297-1418-4fc4-96ec-22f8bc83a64b" providerId="ADAL" clId="{B17EA56F-A8B5-4954-B011-50901DE9AA44}" dt="2025-10-03T07:23:51.417" v="5108" actId="20577"/>
        <pc:sldMkLst>
          <pc:docMk/>
          <pc:sldMk cId="1208021818" sldId="2147479784"/>
        </pc:sldMkLst>
        <pc:spChg chg="mod ord">
          <ac:chgData name="Alexander Kastil" userId="25853297-1418-4fc4-96ec-22f8bc83a64b" providerId="ADAL" clId="{B17EA56F-A8B5-4954-B011-50901DE9AA44}" dt="2025-10-03T07:23:51.417" v="5108" actId="20577"/>
          <ac:spMkLst>
            <pc:docMk/>
            <pc:sldMk cId="1208021818" sldId="2147479784"/>
            <ac:spMk id="2" creationId="{FB18431C-F209-5F8F-D028-009999A88D11}"/>
          </ac:spMkLst>
        </pc:spChg>
        <pc:spChg chg="mod ord">
          <ac:chgData name="Alexander Kastil" userId="25853297-1418-4fc4-96ec-22f8bc83a64b" providerId="ADAL" clId="{B17EA56F-A8B5-4954-B011-50901DE9AA44}" dt="2025-10-03T07:04:07.419" v="5081" actId="700"/>
          <ac:spMkLst>
            <pc:docMk/>
            <pc:sldMk cId="1208021818" sldId="2147479784"/>
            <ac:spMk id="3" creationId="{BA24FBE1-E96E-AD32-63C3-D672AC7B8A74}"/>
          </ac:spMkLst>
        </pc:spChg>
        <pc:picChg chg="add mod ord">
          <ac:chgData name="Alexander Kastil" userId="25853297-1418-4fc4-96ec-22f8bc83a64b" providerId="ADAL" clId="{B17EA56F-A8B5-4954-B011-50901DE9AA44}" dt="2025-10-03T07:20:23.607" v="5084" actId="22"/>
          <ac:picMkLst>
            <pc:docMk/>
            <pc:sldMk cId="1208021818" sldId="2147479784"/>
            <ac:picMk id="6" creationId="{DC7CC355-CBC9-2FAE-DF7F-B22BC01A9ADB}"/>
          </ac:picMkLst>
        </pc:picChg>
      </pc:sldChg>
      <pc:sldChg chg="addSp delSp modSp add mod modClrScheme chgLayout">
        <pc:chgData name="Alexander Kastil" userId="25853297-1418-4fc4-96ec-22f8bc83a64b" providerId="ADAL" clId="{B17EA56F-A8B5-4954-B011-50901DE9AA44}" dt="2025-09-17T15:47:13.907" v="3223" actId="1038"/>
        <pc:sldMkLst>
          <pc:docMk/>
          <pc:sldMk cId="2195508243" sldId="2147479785"/>
        </pc:sldMkLst>
      </pc:sldChg>
      <pc:sldChg chg="modSp add mod">
        <pc:chgData name="Alexander Kastil" userId="25853297-1418-4fc4-96ec-22f8bc83a64b" providerId="ADAL" clId="{B17EA56F-A8B5-4954-B011-50901DE9AA44}" dt="2025-09-17T08:13:33.140" v="2182" actId="20577"/>
        <pc:sldMkLst>
          <pc:docMk/>
          <pc:sldMk cId="1439565372" sldId="2147479786"/>
        </pc:sldMkLst>
      </pc:sldChg>
      <pc:sldChg chg="addSp delSp modSp new mod modClrScheme chgLayout">
        <pc:chgData name="Alexander Kastil" userId="25853297-1418-4fc4-96ec-22f8bc83a64b" providerId="ADAL" clId="{B17EA56F-A8B5-4954-B011-50901DE9AA44}" dt="2025-09-16T16:17:10.737" v="1037"/>
        <pc:sldMkLst>
          <pc:docMk/>
          <pc:sldMk cId="1337617205" sldId="2147479787"/>
        </pc:sldMkLst>
      </pc:sldChg>
      <pc:sldChg chg="modSp add mod">
        <pc:chgData name="Alexander Kastil" userId="25853297-1418-4fc4-96ec-22f8bc83a64b" providerId="ADAL" clId="{B17EA56F-A8B5-4954-B011-50901DE9AA44}" dt="2025-09-16T16:17:41.187" v="1040" actId="6549"/>
        <pc:sldMkLst>
          <pc:docMk/>
          <pc:sldMk cId="4249981448" sldId="2147479788"/>
        </pc:sldMkLst>
      </pc:sldChg>
      <pc:sldChg chg="modSp add del">
        <pc:chgData name="Alexander Kastil" userId="25853297-1418-4fc4-96ec-22f8bc83a64b" providerId="ADAL" clId="{B17EA56F-A8B5-4954-B011-50901DE9AA44}" dt="2025-09-16T16:59:13.682" v="1445" actId="47"/>
        <pc:sldMkLst>
          <pc:docMk/>
          <pc:sldMk cId="3517834011" sldId="2147479789"/>
        </pc:sldMkLst>
      </pc:sldChg>
      <pc:sldChg chg="addSp modSp add mod">
        <pc:chgData name="Alexander Kastil" userId="25853297-1418-4fc4-96ec-22f8bc83a64b" providerId="ADAL" clId="{B17EA56F-A8B5-4954-B011-50901DE9AA44}" dt="2025-10-03T05:45:15.227" v="4618" actId="20577"/>
        <pc:sldMkLst>
          <pc:docMk/>
          <pc:sldMk cId="1289937174" sldId="2147479790"/>
        </pc:sldMkLst>
        <pc:spChg chg="mod">
          <ac:chgData name="Alexander Kastil" userId="25853297-1418-4fc4-96ec-22f8bc83a64b" providerId="ADAL" clId="{B17EA56F-A8B5-4954-B011-50901DE9AA44}" dt="2025-10-03T05:45:15.227" v="4618" actId="20577"/>
          <ac:spMkLst>
            <pc:docMk/>
            <pc:sldMk cId="1289937174" sldId="2147479790"/>
            <ac:spMk id="2" creationId="{16A7D0EB-FB59-9046-C1E6-81D23F74A2E6}"/>
          </ac:spMkLst>
        </pc:spChg>
      </pc:sldChg>
      <pc:sldChg chg="modSp add del mod">
        <pc:chgData name="Alexander Kastil" userId="25853297-1418-4fc4-96ec-22f8bc83a64b" providerId="ADAL" clId="{B17EA56F-A8B5-4954-B011-50901DE9AA44}" dt="2025-09-16T16:31:06.366" v="1047"/>
        <pc:sldMkLst>
          <pc:docMk/>
          <pc:sldMk cId="1464473387" sldId="2147479791"/>
        </pc:sldMkLst>
      </pc:sldChg>
      <pc:sldChg chg="addSp modSp add mod">
        <pc:chgData name="Alexander Kastil" userId="25853297-1418-4fc4-96ec-22f8bc83a64b" providerId="ADAL" clId="{B17EA56F-A8B5-4954-B011-50901DE9AA44}" dt="2025-10-03T06:18:54.454" v="4733" actId="313"/>
        <pc:sldMkLst>
          <pc:docMk/>
          <pc:sldMk cId="2753469394" sldId="2147479791"/>
        </pc:sldMkLst>
        <pc:spChg chg="mod">
          <ac:chgData name="Alexander Kastil" userId="25853297-1418-4fc4-96ec-22f8bc83a64b" providerId="ADAL" clId="{B17EA56F-A8B5-4954-B011-50901DE9AA44}" dt="2025-10-03T06:18:48.471" v="4732" actId="27636"/>
          <ac:spMkLst>
            <pc:docMk/>
            <pc:sldMk cId="2753469394" sldId="2147479791"/>
            <ac:spMk id="2" creationId="{EB48A3D0-CF54-E779-E30A-CA82C393BA2B}"/>
          </ac:spMkLst>
        </pc:spChg>
        <pc:spChg chg="mod">
          <ac:chgData name="Alexander Kastil" userId="25853297-1418-4fc4-96ec-22f8bc83a64b" providerId="ADAL" clId="{B17EA56F-A8B5-4954-B011-50901DE9AA44}" dt="2025-10-03T06:18:54.454" v="4733" actId="313"/>
          <ac:spMkLst>
            <pc:docMk/>
            <pc:sldMk cId="2753469394" sldId="2147479791"/>
            <ac:spMk id="3" creationId="{2A12A8E6-6B8F-A4B3-3D9E-51C7FD0E4469}"/>
          </ac:spMkLst>
        </pc:spChg>
      </pc:sldChg>
      <pc:sldChg chg="modSp add del mod">
        <pc:chgData name="Alexander Kastil" userId="25853297-1418-4fc4-96ec-22f8bc83a64b" providerId="ADAL" clId="{B17EA56F-A8B5-4954-B011-50901DE9AA44}" dt="2025-09-16T17:10:10.403" v="1468" actId="47"/>
        <pc:sldMkLst>
          <pc:docMk/>
          <pc:sldMk cId="1985654443" sldId="2147479792"/>
        </pc:sldMkLst>
      </pc:sldChg>
      <pc:sldChg chg="addSp delSp modSp add mod modClrScheme chgLayout">
        <pc:chgData name="Alexander Kastil" userId="25853297-1418-4fc4-96ec-22f8bc83a64b" providerId="ADAL" clId="{B17EA56F-A8B5-4954-B011-50901DE9AA44}" dt="2025-10-03T06:36:39.766" v="4806" actId="22"/>
        <pc:sldMkLst>
          <pc:docMk/>
          <pc:sldMk cId="2554921263" sldId="2147479793"/>
        </pc:sldMkLst>
        <pc:spChg chg="mod">
          <ac:chgData name="Alexander Kastil" userId="25853297-1418-4fc4-96ec-22f8bc83a64b" providerId="ADAL" clId="{B17EA56F-A8B5-4954-B011-50901DE9AA44}" dt="2025-10-03T06:35:02.204" v="4800" actId="26606"/>
          <ac:spMkLst>
            <pc:docMk/>
            <pc:sldMk cId="2554921263" sldId="2147479793"/>
            <ac:spMk id="3" creationId="{A86BEA99-5EEC-F5EB-E48B-D03AB6B7759B}"/>
          </ac:spMkLst>
        </pc:spChg>
        <pc:picChg chg="add mod">
          <ac:chgData name="Alexander Kastil" userId="25853297-1418-4fc4-96ec-22f8bc83a64b" providerId="ADAL" clId="{B17EA56F-A8B5-4954-B011-50901DE9AA44}" dt="2025-10-03T06:36:36.196" v="4805"/>
          <ac:picMkLst>
            <pc:docMk/>
            <pc:sldMk cId="2554921263" sldId="2147479793"/>
            <ac:picMk id="11" creationId="{A9573401-96F6-03A8-C746-9ECACFC4EA4C}"/>
          </ac:picMkLst>
        </pc:picChg>
        <pc:picChg chg="add mod ord">
          <ac:chgData name="Alexander Kastil" userId="25853297-1418-4fc4-96ec-22f8bc83a64b" providerId="ADAL" clId="{B17EA56F-A8B5-4954-B011-50901DE9AA44}" dt="2025-10-03T06:36:39.766" v="4806" actId="22"/>
          <ac:picMkLst>
            <pc:docMk/>
            <pc:sldMk cId="2554921263" sldId="2147479793"/>
            <ac:picMk id="13" creationId="{F1C2C15F-E0EA-5705-0CEB-B8519B9F6CBC}"/>
          </ac:picMkLst>
        </pc:picChg>
      </pc:sldChg>
      <pc:sldChg chg="addSp delSp modSp new mod modClrScheme chgLayout">
        <pc:chgData name="Alexander Kastil" userId="25853297-1418-4fc4-96ec-22f8bc83a64b" providerId="ADAL" clId="{B17EA56F-A8B5-4954-B011-50901DE9AA44}" dt="2025-10-03T18:14:18.484" v="5722" actId="20577"/>
        <pc:sldMkLst>
          <pc:docMk/>
          <pc:sldMk cId="2934944546" sldId="2147479794"/>
        </pc:sldMkLst>
        <pc:spChg chg="mod ord">
          <ac:chgData name="Alexander Kastil" userId="25853297-1418-4fc4-96ec-22f8bc83a64b" providerId="ADAL" clId="{B17EA56F-A8B5-4954-B011-50901DE9AA44}" dt="2025-10-03T06:13:20.705" v="4728" actId="27636"/>
          <ac:spMkLst>
            <pc:docMk/>
            <pc:sldMk cId="2934944546" sldId="2147479794"/>
            <ac:spMk id="2" creationId="{E3A8FFDC-C3E3-3C5A-BB27-D0B2F016AEDC}"/>
          </ac:spMkLst>
        </pc:spChg>
        <pc:spChg chg="mod ord">
          <ac:chgData name="Alexander Kastil" userId="25853297-1418-4fc4-96ec-22f8bc83a64b" providerId="ADAL" clId="{B17EA56F-A8B5-4954-B011-50901DE9AA44}" dt="2025-10-03T18:14:18.484" v="5722" actId="20577"/>
          <ac:spMkLst>
            <pc:docMk/>
            <pc:sldMk cId="2934944546" sldId="2147479794"/>
            <ac:spMk id="3" creationId="{2C56016A-49D9-B095-2118-C31629CA2173}"/>
          </ac:spMkLst>
        </pc:spChg>
        <pc:picChg chg="add mod ord">
          <ac:chgData name="Alexander Kastil" userId="25853297-1418-4fc4-96ec-22f8bc83a64b" providerId="ADAL" clId="{B17EA56F-A8B5-4954-B011-50901DE9AA44}" dt="2025-10-03T06:17:28.303" v="4729" actId="22"/>
          <ac:picMkLst>
            <pc:docMk/>
            <pc:sldMk cId="2934944546" sldId="2147479794"/>
            <ac:picMk id="9" creationId="{00E3765B-0397-41EA-6BA7-D11595D8744D}"/>
          </ac:picMkLst>
        </pc:picChg>
      </pc:sldChg>
      <pc:sldChg chg="addSp delSp modSp add mod ord modTransition">
        <pc:chgData name="Alexander Kastil" userId="25853297-1418-4fc4-96ec-22f8bc83a64b" providerId="ADAL" clId="{B17EA56F-A8B5-4954-B011-50901DE9AA44}" dt="2025-09-16T16:51:31.983" v="1401" actId="2710"/>
        <pc:sldMkLst>
          <pc:docMk/>
          <pc:sldMk cId="3608425477" sldId="2147479795"/>
        </pc:sldMkLst>
      </pc:sldChg>
      <pc:sldChg chg="addSp delSp modSp add del mod modTransition">
        <pc:chgData name="Alexander Kastil" userId="25853297-1418-4fc4-96ec-22f8bc83a64b" providerId="ADAL" clId="{B17EA56F-A8B5-4954-B011-50901DE9AA44}" dt="2025-10-03T18:14:10.448" v="5720" actId="47"/>
        <pc:sldMkLst>
          <pc:docMk/>
          <pc:sldMk cId="3799009915" sldId="2147479796"/>
        </pc:sldMkLst>
      </pc:sldChg>
      <pc:sldChg chg="addSp delSp modSp add mod modTransition">
        <pc:chgData name="Alexander Kastil" userId="25853297-1418-4fc4-96ec-22f8bc83a64b" providerId="ADAL" clId="{B17EA56F-A8B5-4954-B011-50901DE9AA44}" dt="2025-09-16T17:10:06.091" v="1467" actId="22"/>
        <pc:sldMkLst>
          <pc:docMk/>
          <pc:sldMk cId="2207064286" sldId="2147479797"/>
        </pc:sldMkLst>
      </pc:sldChg>
      <pc:sldChg chg="modSp add mod">
        <pc:chgData name="Alexander Kastil" userId="25853297-1418-4fc4-96ec-22f8bc83a64b" providerId="ADAL" clId="{B17EA56F-A8B5-4954-B011-50901DE9AA44}" dt="2025-09-16T17:12:41.966" v="1528" actId="313"/>
        <pc:sldMkLst>
          <pc:docMk/>
          <pc:sldMk cId="2304846838" sldId="2147479798"/>
        </pc:sldMkLst>
      </pc:sldChg>
      <pc:sldChg chg="addSp delSp modSp new mod ord modClrScheme chgLayout">
        <pc:chgData name="Alexander Kastil" userId="25853297-1418-4fc4-96ec-22f8bc83a64b" providerId="ADAL" clId="{B17EA56F-A8B5-4954-B011-50901DE9AA44}" dt="2025-10-03T06:19:28.916" v="4734" actId="20577"/>
        <pc:sldMkLst>
          <pc:docMk/>
          <pc:sldMk cId="3774198331" sldId="2147479799"/>
        </pc:sldMkLst>
        <pc:spChg chg="add mod ord">
          <ac:chgData name="Alexander Kastil" userId="25853297-1418-4fc4-96ec-22f8bc83a64b" providerId="ADAL" clId="{B17EA56F-A8B5-4954-B011-50901DE9AA44}" dt="2025-10-03T06:19:28.916" v="4734" actId="20577"/>
          <ac:spMkLst>
            <pc:docMk/>
            <pc:sldMk cId="3774198331" sldId="2147479799"/>
            <ac:spMk id="5" creationId="{44D0A891-1F1A-10E3-298C-6960CFD5A658}"/>
          </ac:spMkLst>
        </pc:spChg>
      </pc:sldChg>
      <pc:sldChg chg="addSp modSp new mod">
        <pc:chgData name="Alexander Kastil" userId="25853297-1418-4fc4-96ec-22f8bc83a64b" providerId="ADAL" clId="{B17EA56F-A8B5-4954-B011-50901DE9AA44}" dt="2025-09-17T06:51:48.489" v="1732" actId="1076"/>
        <pc:sldMkLst>
          <pc:docMk/>
          <pc:sldMk cId="241902371" sldId="2147479800"/>
        </pc:sldMkLst>
      </pc:sldChg>
      <pc:sldChg chg="addSp delSp modSp new del mod modClrScheme chgLayout">
        <pc:chgData name="Alexander Kastil" userId="25853297-1418-4fc4-96ec-22f8bc83a64b" providerId="ADAL" clId="{B17EA56F-A8B5-4954-B011-50901DE9AA44}" dt="2025-09-17T07:03:10.250" v="1832" actId="47"/>
        <pc:sldMkLst>
          <pc:docMk/>
          <pc:sldMk cId="1188917040" sldId="2147479801"/>
        </pc:sldMkLst>
      </pc:sldChg>
      <pc:sldChg chg="modSp new mod">
        <pc:chgData name="Alexander Kastil" userId="25853297-1418-4fc4-96ec-22f8bc83a64b" providerId="ADAL" clId="{B17EA56F-A8B5-4954-B011-50901DE9AA44}" dt="2025-09-17T07:06:09.733" v="1853" actId="2710"/>
        <pc:sldMkLst>
          <pc:docMk/>
          <pc:sldMk cId="1747146956" sldId="2147479801"/>
        </pc:sldMkLst>
      </pc:sldChg>
      <pc:sldChg chg="addSp delSp modSp add mod modClrScheme delAnim chgLayout">
        <pc:chgData name="Alexander Kastil" userId="25853297-1418-4fc4-96ec-22f8bc83a64b" providerId="ADAL" clId="{B17EA56F-A8B5-4954-B011-50901DE9AA44}" dt="2025-10-03T05:51:35.441" v="4686" actId="20577"/>
        <pc:sldMkLst>
          <pc:docMk/>
          <pc:sldMk cId="1485721154" sldId="2147479802"/>
        </pc:sldMkLst>
        <pc:spChg chg="add mod ord">
          <ac:chgData name="Alexander Kastil" userId="25853297-1418-4fc4-96ec-22f8bc83a64b" providerId="ADAL" clId="{B17EA56F-A8B5-4954-B011-50901DE9AA44}" dt="2025-10-03T05:51:35.441" v="4686" actId="20577"/>
          <ac:spMkLst>
            <pc:docMk/>
            <pc:sldMk cId="1485721154" sldId="2147479802"/>
            <ac:spMk id="12" creationId="{07815294-7F0F-EF32-3811-A1A8ABA902DB}"/>
          </ac:spMkLst>
        </pc:spChg>
      </pc:sldChg>
      <pc:sldChg chg="modSp add mod">
        <pc:chgData name="Alexander Kastil" userId="25853297-1418-4fc4-96ec-22f8bc83a64b" providerId="ADAL" clId="{B17EA56F-A8B5-4954-B011-50901DE9AA44}" dt="2025-09-17T07:10:20.490" v="1907" actId="20577"/>
        <pc:sldMkLst>
          <pc:docMk/>
          <pc:sldMk cId="3646968896" sldId="2147479803"/>
        </pc:sldMkLst>
      </pc:sldChg>
      <pc:sldChg chg="addSp delSp modSp new mod modClrScheme chgLayout">
        <pc:chgData name="Alexander Kastil" userId="25853297-1418-4fc4-96ec-22f8bc83a64b" providerId="ADAL" clId="{B17EA56F-A8B5-4954-B011-50901DE9AA44}" dt="2025-10-03T06:24:49.364" v="4747" actId="22"/>
        <pc:sldMkLst>
          <pc:docMk/>
          <pc:sldMk cId="3544769935" sldId="2147479804"/>
        </pc:sldMkLst>
        <pc:spChg chg="add mod ord">
          <ac:chgData name="Alexander Kastil" userId="25853297-1418-4fc4-96ec-22f8bc83a64b" providerId="ADAL" clId="{B17EA56F-A8B5-4954-B011-50901DE9AA44}" dt="2025-10-03T06:21:48.523" v="4744" actId="27636"/>
          <ac:spMkLst>
            <pc:docMk/>
            <pc:sldMk cId="3544769935" sldId="2147479804"/>
            <ac:spMk id="5" creationId="{F8EC228F-D61C-A6A4-DCBD-7585E3F3CAE0}"/>
          </ac:spMkLst>
        </pc:spChg>
        <pc:picChg chg="add mod">
          <ac:chgData name="Alexander Kastil" userId="25853297-1418-4fc4-96ec-22f8bc83a64b" providerId="ADAL" clId="{B17EA56F-A8B5-4954-B011-50901DE9AA44}" dt="2025-10-03T06:21:52.109" v="4746"/>
          <ac:picMkLst>
            <pc:docMk/>
            <pc:sldMk cId="3544769935" sldId="2147479804"/>
            <ac:picMk id="4" creationId="{63FC6270-0EB9-6625-295A-F437AC1DA259}"/>
          </ac:picMkLst>
        </pc:picChg>
        <pc:picChg chg="add mod ord">
          <ac:chgData name="Alexander Kastil" userId="25853297-1418-4fc4-96ec-22f8bc83a64b" providerId="ADAL" clId="{B17EA56F-A8B5-4954-B011-50901DE9AA44}" dt="2025-10-03T06:24:49.364" v="4747" actId="22"/>
          <ac:picMkLst>
            <pc:docMk/>
            <pc:sldMk cId="3544769935" sldId="2147479804"/>
            <ac:picMk id="7" creationId="{65A5A36D-7B70-DFA0-B27C-A7D550D89ADE}"/>
          </ac:picMkLst>
        </pc:picChg>
      </pc:sldChg>
      <pc:sldChg chg="modSp new mod">
        <pc:chgData name="Alexander Kastil" userId="25853297-1418-4fc4-96ec-22f8bc83a64b" providerId="ADAL" clId="{B17EA56F-A8B5-4954-B011-50901DE9AA44}" dt="2025-09-17T07:18:41.063" v="1992" actId="2710"/>
        <pc:sldMkLst>
          <pc:docMk/>
          <pc:sldMk cId="865556941" sldId="2147479805"/>
        </pc:sldMkLst>
      </pc:sldChg>
      <pc:sldChg chg="add del">
        <pc:chgData name="Alexander Kastil" userId="25853297-1418-4fc4-96ec-22f8bc83a64b" providerId="ADAL" clId="{B17EA56F-A8B5-4954-B011-50901DE9AA44}" dt="2025-10-07T11:29:33.729" v="8139"/>
        <pc:sldMkLst>
          <pc:docMk/>
          <pc:sldMk cId="3643349304" sldId="2147479806"/>
        </pc:sldMkLst>
      </pc:sldChg>
      <pc:sldChg chg="modSp add del mod">
        <pc:chgData name="Alexander Kastil" userId="25853297-1418-4fc4-96ec-22f8bc83a64b" providerId="ADAL" clId="{B17EA56F-A8B5-4954-B011-50901DE9AA44}" dt="2025-10-07T11:29:35.148" v="8140" actId="2696"/>
        <pc:sldMkLst>
          <pc:docMk/>
          <pc:sldMk cId="3913856911" sldId="2147479806"/>
        </pc:sldMkLst>
      </pc:sldChg>
      <pc:sldChg chg="add del">
        <pc:chgData name="Alexander Kastil" userId="25853297-1418-4fc4-96ec-22f8bc83a64b" providerId="ADAL" clId="{B17EA56F-A8B5-4954-B011-50901DE9AA44}" dt="2025-10-07T11:29:33.729" v="8139"/>
        <pc:sldMkLst>
          <pc:docMk/>
          <pc:sldMk cId="2126645228" sldId="2147479807"/>
        </pc:sldMkLst>
      </pc:sldChg>
      <pc:sldChg chg="addSp delSp modSp new add del mod ord modClrScheme chgLayout">
        <pc:chgData name="Alexander Kastil" userId="25853297-1418-4fc4-96ec-22f8bc83a64b" providerId="ADAL" clId="{B17EA56F-A8B5-4954-B011-50901DE9AA44}" dt="2025-10-07T11:29:35.148" v="8140" actId="2696"/>
        <pc:sldMkLst>
          <pc:docMk/>
          <pc:sldMk cId="2851069389" sldId="2147479807"/>
        </pc:sldMkLst>
      </pc:sldChg>
      <pc:sldChg chg="addSp delSp modSp new mod modClrScheme chgLayout">
        <pc:chgData name="Alexander Kastil" userId="25853297-1418-4fc4-96ec-22f8bc83a64b" providerId="ADAL" clId="{B17EA56F-A8B5-4954-B011-50901DE9AA44}" dt="2025-10-03T06:12:20.809" v="4718" actId="20577"/>
        <pc:sldMkLst>
          <pc:docMk/>
          <pc:sldMk cId="2840710432" sldId="2147479808"/>
        </pc:sldMkLst>
        <pc:spChg chg="add mod ord">
          <ac:chgData name="Alexander Kastil" userId="25853297-1418-4fc4-96ec-22f8bc83a64b" providerId="ADAL" clId="{B17EA56F-A8B5-4954-B011-50901DE9AA44}" dt="2025-10-03T06:12:20.809" v="4718" actId="20577"/>
          <ac:spMkLst>
            <pc:docMk/>
            <pc:sldMk cId="2840710432" sldId="2147479808"/>
            <ac:spMk id="4" creationId="{315C4390-E3ED-86DE-F480-CA19293464C3}"/>
          </ac:spMkLst>
        </pc:spChg>
      </pc:sldChg>
      <pc:sldChg chg="modSp add mod">
        <pc:chgData name="Alexander Kastil" userId="25853297-1418-4fc4-96ec-22f8bc83a64b" providerId="ADAL" clId="{B17EA56F-A8B5-4954-B011-50901DE9AA44}" dt="2025-09-17T09:27:56.809" v="2245" actId="20577"/>
        <pc:sldMkLst>
          <pc:docMk/>
          <pc:sldMk cId="2655151966" sldId="2147479809"/>
        </pc:sldMkLst>
      </pc:sldChg>
      <pc:sldChg chg="addSp delSp modSp add mod modClrScheme chgLayout">
        <pc:chgData name="Alexander Kastil" userId="25853297-1418-4fc4-96ec-22f8bc83a64b" providerId="ADAL" clId="{B17EA56F-A8B5-4954-B011-50901DE9AA44}" dt="2025-09-17T08:02:49.131" v="2071" actId="20577"/>
        <pc:sldMkLst>
          <pc:docMk/>
          <pc:sldMk cId="3851053116" sldId="2147479810"/>
        </pc:sldMkLst>
      </pc:sldChg>
      <pc:sldChg chg="addSp delSp modSp new mod modClrScheme chgLayout">
        <pc:chgData name="Alexander Kastil" userId="25853297-1418-4fc4-96ec-22f8bc83a64b" providerId="ADAL" clId="{B17EA56F-A8B5-4954-B011-50901DE9AA44}" dt="2025-09-17T08:04:20.742" v="2122" actId="2710"/>
        <pc:sldMkLst>
          <pc:docMk/>
          <pc:sldMk cId="724844878" sldId="2147479811"/>
        </pc:sldMkLst>
      </pc:sldChg>
      <pc:sldChg chg="addSp delSp modSp new add del mod">
        <pc:chgData name="Alexander Kastil" userId="25853297-1418-4fc4-96ec-22f8bc83a64b" providerId="ADAL" clId="{B17EA56F-A8B5-4954-B011-50901DE9AA44}" dt="2025-10-07T11:29:35.148" v="8140" actId="2696"/>
        <pc:sldMkLst>
          <pc:docMk/>
          <pc:sldMk cId="1130348950" sldId="2147479812"/>
        </pc:sldMkLst>
      </pc:sldChg>
      <pc:sldChg chg="add del">
        <pc:chgData name="Alexander Kastil" userId="25853297-1418-4fc4-96ec-22f8bc83a64b" providerId="ADAL" clId="{B17EA56F-A8B5-4954-B011-50901DE9AA44}" dt="2025-10-07T11:29:33.729" v="8139"/>
        <pc:sldMkLst>
          <pc:docMk/>
          <pc:sldMk cId="4005137332" sldId="2147479812"/>
        </pc:sldMkLst>
      </pc:sldChg>
      <pc:sldChg chg="add del">
        <pc:chgData name="Alexander Kastil" userId="25853297-1418-4fc4-96ec-22f8bc83a64b" providerId="ADAL" clId="{B17EA56F-A8B5-4954-B011-50901DE9AA44}" dt="2025-10-07T11:29:33.729" v="8139"/>
        <pc:sldMkLst>
          <pc:docMk/>
          <pc:sldMk cId="1526503378" sldId="2147479813"/>
        </pc:sldMkLst>
      </pc:sldChg>
      <pc:sldChg chg="addSp delSp modSp new add del mod">
        <pc:chgData name="Alexander Kastil" userId="25853297-1418-4fc4-96ec-22f8bc83a64b" providerId="ADAL" clId="{B17EA56F-A8B5-4954-B011-50901DE9AA44}" dt="2025-10-07T11:29:35.148" v="8140" actId="2696"/>
        <pc:sldMkLst>
          <pc:docMk/>
          <pc:sldMk cId="2199290078" sldId="2147479813"/>
        </pc:sldMkLst>
      </pc:sldChg>
      <pc:sldChg chg="modSp add mod">
        <pc:chgData name="Alexander Kastil" userId="25853297-1418-4fc4-96ec-22f8bc83a64b" providerId="ADAL" clId="{B17EA56F-A8B5-4954-B011-50901DE9AA44}" dt="2025-09-17T10:36:01.749" v="2643" actId="20577"/>
        <pc:sldMkLst>
          <pc:docMk/>
          <pc:sldMk cId="1325113611" sldId="2147479814"/>
        </pc:sldMkLst>
      </pc:sldChg>
      <pc:sldChg chg="addSp delSp modSp new del mod">
        <pc:chgData name="Alexander Kastil" userId="25853297-1418-4fc4-96ec-22f8bc83a64b" providerId="ADAL" clId="{B17EA56F-A8B5-4954-B011-50901DE9AA44}" dt="2025-10-04T05:37:00.957" v="5835" actId="2696"/>
        <pc:sldMkLst>
          <pc:docMk/>
          <pc:sldMk cId="1505704486" sldId="2147479815"/>
        </pc:sldMkLst>
      </pc:sldChg>
      <pc:sldChg chg="add">
        <pc:chgData name="Alexander Kastil" userId="25853297-1418-4fc4-96ec-22f8bc83a64b" providerId="ADAL" clId="{B17EA56F-A8B5-4954-B011-50901DE9AA44}" dt="2025-10-04T05:37:03.512" v="5836"/>
        <pc:sldMkLst>
          <pc:docMk/>
          <pc:sldMk cId="4072575681" sldId="2147479815"/>
        </pc:sldMkLst>
      </pc:sldChg>
      <pc:sldChg chg="new del">
        <pc:chgData name="Alexander Kastil" userId="25853297-1418-4fc4-96ec-22f8bc83a64b" providerId="ADAL" clId="{B17EA56F-A8B5-4954-B011-50901DE9AA44}" dt="2025-09-17T09:24:11.119" v="2203" actId="47"/>
        <pc:sldMkLst>
          <pc:docMk/>
          <pc:sldMk cId="2733181788" sldId="2147479816"/>
        </pc:sldMkLst>
      </pc:sldChg>
      <pc:sldChg chg="addSp delSp modSp new del mod ord">
        <pc:chgData name="Alexander Kastil" userId="25853297-1418-4fc4-96ec-22f8bc83a64b" providerId="ADAL" clId="{B17EA56F-A8B5-4954-B011-50901DE9AA44}" dt="2025-10-04T11:12:27.667" v="7301" actId="2696"/>
        <pc:sldMkLst>
          <pc:docMk/>
          <pc:sldMk cId="150986491" sldId="2147479817"/>
        </pc:sldMkLst>
      </pc:sldChg>
      <pc:sldChg chg="add del">
        <pc:chgData name="Alexander Kastil" userId="25853297-1418-4fc4-96ec-22f8bc83a64b" providerId="ADAL" clId="{B17EA56F-A8B5-4954-B011-50901DE9AA44}" dt="2025-10-08T06:49:05.410" v="8192" actId="2696"/>
        <pc:sldMkLst>
          <pc:docMk/>
          <pc:sldMk cId="421524922" sldId="2147479817"/>
        </pc:sldMkLst>
      </pc:sldChg>
      <pc:sldChg chg="add">
        <pc:chgData name="Alexander Kastil" userId="25853297-1418-4fc4-96ec-22f8bc83a64b" providerId="ADAL" clId="{B17EA56F-A8B5-4954-B011-50901DE9AA44}" dt="2025-10-08T06:49:33.192" v="8193"/>
        <pc:sldMkLst>
          <pc:docMk/>
          <pc:sldMk cId="1456996777" sldId="2147479817"/>
        </pc:sldMkLst>
      </pc:sldChg>
      <pc:sldChg chg="add del">
        <pc:chgData name="Alexander Kastil" userId="25853297-1418-4fc4-96ec-22f8bc83a64b" providerId="ADAL" clId="{B17EA56F-A8B5-4954-B011-50901DE9AA44}" dt="2025-10-07T11:35:42.506" v="8141" actId="2696"/>
        <pc:sldMkLst>
          <pc:docMk/>
          <pc:sldMk cId="3238094929" sldId="2147479817"/>
        </pc:sldMkLst>
      </pc:sldChg>
      <pc:sldChg chg="addSp delSp modSp new mod modClrScheme chgLayout">
        <pc:chgData name="Alexander Kastil" userId="25853297-1418-4fc4-96ec-22f8bc83a64b" providerId="ADAL" clId="{B17EA56F-A8B5-4954-B011-50901DE9AA44}" dt="2025-10-03T06:58:49.105" v="4944" actId="15"/>
        <pc:sldMkLst>
          <pc:docMk/>
          <pc:sldMk cId="1385851021" sldId="2147479818"/>
        </pc:sldMkLst>
        <pc:spChg chg="add del mod ord">
          <ac:chgData name="Alexander Kastil" userId="25853297-1418-4fc4-96ec-22f8bc83a64b" providerId="ADAL" clId="{B17EA56F-A8B5-4954-B011-50901DE9AA44}" dt="2025-10-03T06:58:49.105" v="4944" actId="15"/>
          <ac:spMkLst>
            <pc:docMk/>
            <pc:sldMk cId="1385851021" sldId="2147479818"/>
            <ac:spMk id="4" creationId="{47E1B90B-2D7A-4810-B574-AA6EFF1CE8BD}"/>
          </ac:spMkLst>
        </pc:spChg>
        <pc:spChg chg="add mod ord">
          <ac:chgData name="Alexander Kastil" userId="25853297-1418-4fc4-96ec-22f8bc83a64b" providerId="ADAL" clId="{B17EA56F-A8B5-4954-B011-50901DE9AA44}" dt="2025-10-03T06:57:52.537" v="4915" actId="27636"/>
          <ac:spMkLst>
            <pc:docMk/>
            <pc:sldMk cId="1385851021" sldId="2147479818"/>
            <ac:spMk id="5" creationId="{78BC5482-BA64-C655-CA6B-76C03A18C505}"/>
          </ac:spMkLst>
        </pc:spChg>
        <pc:picChg chg="add mod">
          <ac:chgData name="Alexander Kastil" userId="25853297-1418-4fc4-96ec-22f8bc83a64b" providerId="ADAL" clId="{B17EA56F-A8B5-4954-B011-50901DE9AA44}" dt="2025-10-03T06:57:55.628" v="4916"/>
          <ac:picMkLst>
            <pc:docMk/>
            <pc:sldMk cId="1385851021" sldId="2147479818"/>
            <ac:picMk id="7" creationId="{1741CB51-910E-4338-C598-4BD114ACD5A4}"/>
          </ac:picMkLst>
        </pc:picChg>
      </pc:sldChg>
      <pc:sldChg chg="addSp delSp modSp new mod">
        <pc:chgData name="Alexander Kastil" userId="25853297-1418-4fc4-96ec-22f8bc83a64b" providerId="ADAL" clId="{B17EA56F-A8B5-4954-B011-50901DE9AA44}" dt="2025-10-03T06:59:36.217" v="5001" actId="1076"/>
        <pc:sldMkLst>
          <pc:docMk/>
          <pc:sldMk cId="4084211570" sldId="2147479819"/>
        </pc:sldMkLst>
        <pc:spChg chg="add mod">
          <ac:chgData name="Alexander Kastil" userId="25853297-1418-4fc4-96ec-22f8bc83a64b" providerId="ADAL" clId="{B17EA56F-A8B5-4954-B011-50901DE9AA44}" dt="2025-10-03T06:59:32.944" v="5000" actId="20577"/>
          <ac:spMkLst>
            <pc:docMk/>
            <pc:sldMk cId="4084211570" sldId="2147479819"/>
            <ac:spMk id="4" creationId="{6EC8C726-1B1E-2505-5913-BF509F9FB78F}"/>
          </ac:spMkLst>
        </pc:spChg>
        <pc:picChg chg="add mod">
          <ac:chgData name="Alexander Kastil" userId="25853297-1418-4fc4-96ec-22f8bc83a64b" providerId="ADAL" clId="{B17EA56F-A8B5-4954-B011-50901DE9AA44}" dt="2025-10-03T06:59:36.217" v="5001" actId="1076"/>
          <ac:picMkLst>
            <pc:docMk/>
            <pc:sldMk cId="4084211570" sldId="2147479819"/>
            <ac:picMk id="6" creationId="{3633DA41-A6FF-98DA-FBB0-70E6EDE04876}"/>
          </ac:picMkLst>
        </pc:picChg>
      </pc:sldChg>
      <pc:sldChg chg="new del">
        <pc:chgData name="Alexander Kastil" userId="25853297-1418-4fc4-96ec-22f8bc83a64b" providerId="ADAL" clId="{B17EA56F-A8B5-4954-B011-50901DE9AA44}" dt="2025-09-17T09:28:09.235" v="2247" actId="680"/>
        <pc:sldMkLst>
          <pc:docMk/>
          <pc:sldMk cId="1331805473" sldId="2147479820"/>
        </pc:sldMkLst>
      </pc:sldChg>
      <pc:sldChg chg="addSp delSp modSp new mod ord modClrScheme chgLayout">
        <pc:chgData name="Alexander Kastil" userId="25853297-1418-4fc4-96ec-22f8bc83a64b" providerId="ADAL" clId="{B17EA56F-A8B5-4954-B011-50901DE9AA44}" dt="2025-09-17T09:28:51.771" v="2255" actId="22"/>
        <pc:sldMkLst>
          <pc:docMk/>
          <pc:sldMk cId="3677616126" sldId="2147479820"/>
        </pc:sldMkLst>
      </pc:sldChg>
      <pc:sldChg chg="addSp delSp modSp new add del mod">
        <pc:chgData name="Alexander Kastil" userId="25853297-1418-4fc4-96ec-22f8bc83a64b" providerId="ADAL" clId="{B17EA56F-A8B5-4954-B011-50901DE9AA44}" dt="2025-10-03T06:34:14.587" v="4799" actId="47"/>
        <pc:sldMkLst>
          <pc:docMk/>
          <pc:sldMk cId="176380635" sldId="2147479821"/>
        </pc:sldMkLst>
      </pc:sldChg>
      <pc:sldChg chg="addSp delSp modSp new mod modClrScheme chgLayout">
        <pc:chgData name="Alexander Kastil" userId="25853297-1418-4fc4-96ec-22f8bc83a64b" providerId="ADAL" clId="{B17EA56F-A8B5-4954-B011-50901DE9AA44}" dt="2025-10-03T18:13:46.375" v="5719"/>
        <pc:sldMkLst>
          <pc:docMk/>
          <pc:sldMk cId="1096590918" sldId="2147479822"/>
        </pc:sldMkLst>
        <pc:spChg chg="add del mod ord">
          <ac:chgData name="Alexander Kastil" userId="25853297-1418-4fc4-96ec-22f8bc83a64b" providerId="ADAL" clId="{B17EA56F-A8B5-4954-B011-50901DE9AA44}" dt="2025-10-03T18:13:46.375" v="5719"/>
          <ac:spMkLst>
            <pc:docMk/>
            <pc:sldMk cId="1096590918" sldId="2147479822"/>
            <ac:spMk id="4" creationId="{D06B4F33-C583-2AB9-0C29-BABA5452008D}"/>
          </ac:spMkLst>
        </pc:spChg>
        <pc:spChg chg="add mod ord">
          <ac:chgData name="Alexander Kastil" userId="25853297-1418-4fc4-96ec-22f8bc83a64b" providerId="ADAL" clId="{B17EA56F-A8B5-4954-B011-50901DE9AA44}" dt="2025-10-03T18:13:31.110" v="5715" actId="27636"/>
          <ac:spMkLst>
            <pc:docMk/>
            <pc:sldMk cId="1096590918" sldId="2147479822"/>
            <ac:spMk id="5" creationId="{AEE719E8-3F68-BA69-69F7-CC1D79237413}"/>
          </ac:spMkLst>
        </pc:spChg>
        <pc:picChg chg="add mod">
          <ac:chgData name="Alexander Kastil" userId="25853297-1418-4fc4-96ec-22f8bc83a64b" providerId="ADAL" clId="{B17EA56F-A8B5-4954-B011-50901DE9AA44}" dt="2025-10-03T18:13:32.146" v="5716"/>
          <ac:picMkLst>
            <pc:docMk/>
            <pc:sldMk cId="1096590918" sldId="2147479822"/>
            <ac:picMk id="7" creationId="{BAA7E03D-13FC-37E5-536A-2D1FFC6ACE0E}"/>
          </ac:picMkLst>
        </pc:picChg>
      </pc:sldChg>
      <pc:sldChg chg="add">
        <pc:chgData name="Alexander Kastil" userId="25853297-1418-4fc4-96ec-22f8bc83a64b" providerId="ADAL" clId="{B17EA56F-A8B5-4954-B011-50901DE9AA44}" dt="2025-10-04T06:30:29.242" v="6061"/>
        <pc:sldMkLst>
          <pc:docMk/>
          <pc:sldMk cId="262844106" sldId="2147479823"/>
        </pc:sldMkLst>
      </pc:sldChg>
      <pc:sldChg chg="modSp add del mod">
        <pc:chgData name="Alexander Kastil" userId="25853297-1418-4fc4-96ec-22f8bc83a64b" providerId="ADAL" clId="{B17EA56F-A8B5-4954-B011-50901DE9AA44}" dt="2025-10-04T06:30:18.591" v="6060" actId="2696"/>
        <pc:sldMkLst>
          <pc:docMk/>
          <pc:sldMk cId="1867862191" sldId="2147479823"/>
        </pc:sldMkLst>
      </pc:sldChg>
      <pc:sldChg chg="addSp modSp add">
        <pc:chgData name="Alexander Kastil" userId="25853297-1418-4fc4-96ec-22f8bc83a64b" providerId="ADAL" clId="{B17EA56F-A8B5-4954-B011-50901DE9AA44}" dt="2025-09-17T09:43:19.554" v="2370"/>
        <pc:sldMkLst>
          <pc:docMk/>
          <pc:sldMk cId="1628138911" sldId="2147479824"/>
        </pc:sldMkLst>
      </pc:sldChg>
      <pc:sldChg chg="modSp add mod">
        <pc:chgData name="Alexander Kastil" userId="25853297-1418-4fc4-96ec-22f8bc83a64b" providerId="ADAL" clId="{B17EA56F-A8B5-4954-B011-50901DE9AA44}" dt="2025-09-17T10:04:11.972" v="2473" actId="20577"/>
        <pc:sldMkLst>
          <pc:docMk/>
          <pc:sldMk cId="2547759832" sldId="2147479825"/>
        </pc:sldMkLst>
      </pc:sldChg>
      <pc:sldChg chg="add del">
        <pc:chgData name="Alexander Kastil" userId="25853297-1418-4fc4-96ec-22f8bc83a64b" providerId="ADAL" clId="{B17EA56F-A8B5-4954-B011-50901DE9AA44}" dt="2025-10-08T06:59:07.062" v="8290"/>
        <pc:sldMkLst>
          <pc:docMk/>
          <pc:sldMk cId="140500136" sldId="2147479826"/>
        </pc:sldMkLst>
      </pc:sldChg>
      <pc:sldChg chg="modSp add del mod">
        <pc:chgData name="Alexander Kastil" userId="25853297-1418-4fc4-96ec-22f8bc83a64b" providerId="ADAL" clId="{B17EA56F-A8B5-4954-B011-50901DE9AA44}" dt="2025-10-04T05:46:56.530" v="6017" actId="2696"/>
        <pc:sldMkLst>
          <pc:docMk/>
          <pc:sldMk cId="344010916" sldId="2147479826"/>
        </pc:sldMkLst>
      </pc:sldChg>
      <pc:sldChg chg="modSp add del mod">
        <pc:chgData name="Alexander Kastil" userId="25853297-1418-4fc4-96ec-22f8bc83a64b" providerId="ADAL" clId="{B17EA56F-A8B5-4954-B011-50901DE9AA44}" dt="2025-09-17T15:42:16.508" v="3139" actId="2696"/>
        <pc:sldMkLst>
          <pc:docMk/>
          <pc:sldMk cId="494791008" sldId="2147479826"/>
        </pc:sldMkLst>
      </pc:sldChg>
      <pc:sldChg chg="add">
        <pc:chgData name="Alexander Kastil" userId="25853297-1418-4fc4-96ec-22f8bc83a64b" providerId="ADAL" clId="{B17EA56F-A8B5-4954-B011-50901DE9AA44}" dt="2025-10-09T07:24:10.464" v="9381"/>
        <pc:sldMkLst>
          <pc:docMk/>
          <pc:sldMk cId="1355688292" sldId="2147479826"/>
        </pc:sldMkLst>
      </pc:sldChg>
      <pc:sldChg chg="add del ord">
        <pc:chgData name="Alexander Kastil" userId="25853297-1418-4fc4-96ec-22f8bc83a64b" providerId="ADAL" clId="{B17EA56F-A8B5-4954-B011-50901DE9AA44}" dt="2025-10-09T07:23:45.819" v="9380" actId="2696"/>
        <pc:sldMkLst>
          <pc:docMk/>
          <pc:sldMk cId="3999389504" sldId="2147479826"/>
        </pc:sldMkLst>
      </pc:sldChg>
      <pc:sldChg chg="addSp delSp modSp add del mod">
        <pc:chgData name="Alexander Kastil" userId="25853297-1418-4fc4-96ec-22f8bc83a64b" providerId="ADAL" clId="{B17EA56F-A8B5-4954-B011-50901DE9AA44}" dt="2025-10-04T05:46:56.530" v="6017" actId="2696"/>
        <pc:sldMkLst>
          <pc:docMk/>
          <pc:sldMk cId="468998305" sldId="2147479827"/>
        </pc:sldMkLst>
      </pc:sldChg>
      <pc:sldChg chg="modSp add del mod">
        <pc:chgData name="Alexander Kastil" userId="25853297-1418-4fc4-96ec-22f8bc83a64b" providerId="ADAL" clId="{B17EA56F-A8B5-4954-B011-50901DE9AA44}" dt="2025-10-08T06:59:07.062" v="8290"/>
        <pc:sldMkLst>
          <pc:docMk/>
          <pc:sldMk cId="610294663" sldId="2147479827"/>
        </pc:sldMkLst>
      </pc:sldChg>
      <pc:sldChg chg="add">
        <pc:chgData name="Alexander Kastil" userId="25853297-1418-4fc4-96ec-22f8bc83a64b" providerId="ADAL" clId="{B17EA56F-A8B5-4954-B011-50901DE9AA44}" dt="2025-10-09T07:24:10.464" v="9381"/>
        <pc:sldMkLst>
          <pc:docMk/>
          <pc:sldMk cId="2201906718" sldId="2147479827"/>
        </pc:sldMkLst>
      </pc:sldChg>
      <pc:sldChg chg="add del ord">
        <pc:chgData name="Alexander Kastil" userId="25853297-1418-4fc4-96ec-22f8bc83a64b" providerId="ADAL" clId="{B17EA56F-A8B5-4954-B011-50901DE9AA44}" dt="2025-10-09T07:23:45.819" v="9380" actId="2696"/>
        <pc:sldMkLst>
          <pc:docMk/>
          <pc:sldMk cId="2973623348" sldId="2147479827"/>
        </pc:sldMkLst>
      </pc:sldChg>
      <pc:sldChg chg="addSp modSp add del mod modClrScheme chgLayout">
        <pc:chgData name="Alexander Kastil" userId="25853297-1418-4fc4-96ec-22f8bc83a64b" providerId="ADAL" clId="{B17EA56F-A8B5-4954-B011-50901DE9AA44}" dt="2025-09-17T15:42:16.508" v="3139" actId="2696"/>
        <pc:sldMkLst>
          <pc:docMk/>
          <pc:sldMk cId="3191316859" sldId="2147479827"/>
        </pc:sldMkLst>
      </pc:sldChg>
      <pc:sldChg chg="add del">
        <pc:chgData name="Alexander Kastil" userId="25853297-1418-4fc4-96ec-22f8bc83a64b" providerId="ADAL" clId="{B17EA56F-A8B5-4954-B011-50901DE9AA44}" dt="2025-09-17T10:23:25.507" v="2588" actId="47"/>
        <pc:sldMkLst>
          <pc:docMk/>
          <pc:sldMk cId="4256683071" sldId="2147479828"/>
        </pc:sldMkLst>
      </pc:sldChg>
      <pc:sldChg chg="modSp add mod">
        <pc:chgData name="Alexander Kastil" userId="25853297-1418-4fc4-96ec-22f8bc83a64b" providerId="ADAL" clId="{B17EA56F-A8B5-4954-B011-50901DE9AA44}" dt="2025-10-09T04:17:44.558" v="9081" actId="20577"/>
        <pc:sldMkLst>
          <pc:docMk/>
          <pc:sldMk cId="3732716203" sldId="2147479829"/>
        </pc:sldMkLst>
        <pc:spChg chg="mod">
          <ac:chgData name="Alexander Kastil" userId="25853297-1418-4fc4-96ec-22f8bc83a64b" providerId="ADAL" clId="{B17EA56F-A8B5-4954-B011-50901DE9AA44}" dt="2025-10-09T04:17:44.558" v="9081" actId="20577"/>
          <ac:spMkLst>
            <pc:docMk/>
            <pc:sldMk cId="3732716203" sldId="2147479829"/>
            <ac:spMk id="2" creationId="{F10EA3E5-3D8C-2EC9-58C1-09B48F6B83E0}"/>
          </ac:spMkLst>
        </pc:spChg>
      </pc:sldChg>
      <pc:sldChg chg="addSp modSp add mod modClrScheme chgLayout">
        <pc:chgData name="Alexander Kastil" userId="25853297-1418-4fc4-96ec-22f8bc83a64b" providerId="ADAL" clId="{B17EA56F-A8B5-4954-B011-50901DE9AA44}" dt="2025-09-17T10:30:07.031" v="2636" actId="962"/>
        <pc:sldMkLst>
          <pc:docMk/>
          <pc:sldMk cId="4240571070" sldId="2147479830"/>
        </pc:sldMkLst>
      </pc:sldChg>
      <pc:sldChg chg="addSp delSp modSp add del mod modClrScheme chgLayout">
        <pc:chgData name="Alexander Kastil" userId="25853297-1418-4fc4-96ec-22f8bc83a64b" providerId="ADAL" clId="{B17EA56F-A8B5-4954-B011-50901DE9AA44}" dt="2025-09-17T10:23:43.603" v="2592" actId="47"/>
        <pc:sldMkLst>
          <pc:docMk/>
          <pc:sldMk cId="2822199610" sldId="2147479831"/>
        </pc:sldMkLst>
      </pc:sldChg>
      <pc:sldChg chg="modSp add del mod">
        <pc:chgData name="Alexander Kastil" userId="25853297-1418-4fc4-96ec-22f8bc83a64b" providerId="ADAL" clId="{B17EA56F-A8B5-4954-B011-50901DE9AA44}" dt="2025-10-09T03:58:49.789" v="8948" actId="47"/>
        <pc:sldMkLst>
          <pc:docMk/>
          <pc:sldMk cId="2168823133" sldId="2147479832"/>
        </pc:sldMkLst>
      </pc:sldChg>
      <pc:sldChg chg="modSp add del mod">
        <pc:chgData name="Alexander Kastil" userId="25853297-1418-4fc4-96ec-22f8bc83a64b" providerId="ADAL" clId="{B17EA56F-A8B5-4954-B011-50901DE9AA44}" dt="2025-10-09T03:58:49.789" v="8948" actId="47"/>
        <pc:sldMkLst>
          <pc:docMk/>
          <pc:sldMk cId="1094968568" sldId="2147479833"/>
        </pc:sldMkLst>
      </pc:sldChg>
      <pc:sldChg chg="add del">
        <pc:chgData name="Alexander Kastil" userId="25853297-1418-4fc4-96ec-22f8bc83a64b" providerId="ADAL" clId="{B17EA56F-A8B5-4954-B011-50901DE9AA44}" dt="2025-09-27T08:09:20.126" v="3569" actId="47"/>
        <pc:sldMkLst>
          <pc:docMk/>
          <pc:sldMk cId="1318696553" sldId="2147479834"/>
        </pc:sldMkLst>
      </pc:sldChg>
      <pc:sldChg chg="addSp delSp modSp new mod modClrScheme chgLayout">
        <pc:chgData name="Alexander Kastil" userId="25853297-1418-4fc4-96ec-22f8bc83a64b" providerId="ADAL" clId="{B17EA56F-A8B5-4954-B011-50901DE9AA44}" dt="2025-09-17T10:12:18.100" v="2524" actId="20577"/>
        <pc:sldMkLst>
          <pc:docMk/>
          <pc:sldMk cId="35575460" sldId="2147479835"/>
        </pc:sldMkLst>
      </pc:sldChg>
      <pc:sldChg chg="addSp delSp modSp new del mod modClrScheme chgLayout">
        <pc:chgData name="Alexander Kastil" userId="25853297-1418-4fc4-96ec-22f8bc83a64b" providerId="ADAL" clId="{B17EA56F-A8B5-4954-B011-50901DE9AA44}" dt="2025-10-03T06:18:35.658" v="4730" actId="47"/>
        <pc:sldMkLst>
          <pc:docMk/>
          <pc:sldMk cId="1655119638" sldId="2147479836"/>
        </pc:sldMkLst>
      </pc:sldChg>
      <pc:sldChg chg="add del">
        <pc:chgData name="Alexander Kastil" userId="25853297-1418-4fc4-96ec-22f8bc83a64b" providerId="ADAL" clId="{B17EA56F-A8B5-4954-B011-50901DE9AA44}" dt="2025-09-17T15:42:16.508" v="3139" actId="2696"/>
        <pc:sldMkLst>
          <pc:docMk/>
          <pc:sldMk cId="228068752" sldId="2147479837"/>
        </pc:sldMkLst>
      </pc:sldChg>
      <pc:sldChg chg="add del ord">
        <pc:chgData name="Alexander Kastil" userId="25853297-1418-4fc4-96ec-22f8bc83a64b" providerId="ADAL" clId="{B17EA56F-A8B5-4954-B011-50901DE9AA44}" dt="2025-10-08T06:59:44.402" v="8295"/>
        <pc:sldMkLst>
          <pc:docMk/>
          <pc:sldMk cId="1154263246" sldId="2147479837"/>
        </pc:sldMkLst>
      </pc:sldChg>
      <pc:sldChg chg="modSp add del mod">
        <pc:chgData name="Alexander Kastil" userId="25853297-1418-4fc4-96ec-22f8bc83a64b" providerId="ADAL" clId="{B17EA56F-A8B5-4954-B011-50901DE9AA44}" dt="2025-10-04T05:46:56.530" v="6017" actId="2696"/>
        <pc:sldMkLst>
          <pc:docMk/>
          <pc:sldMk cId="1948043811" sldId="2147479837"/>
        </pc:sldMkLst>
      </pc:sldChg>
      <pc:sldChg chg="addSp delSp modSp add mod">
        <pc:chgData name="Alexander Kastil" userId="25853297-1418-4fc4-96ec-22f8bc83a64b" providerId="ADAL" clId="{B17EA56F-A8B5-4954-B011-50901DE9AA44}" dt="2025-09-17T15:30:34.932" v="2921" actId="20577"/>
        <pc:sldMkLst>
          <pc:docMk/>
          <pc:sldMk cId="4215531099" sldId="2147479838"/>
        </pc:sldMkLst>
      </pc:sldChg>
      <pc:sldChg chg="addSp delSp modSp add mod modClrScheme chgLayout">
        <pc:chgData name="Alexander Kastil" userId="25853297-1418-4fc4-96ec-22f8bc83a64b" providerId="ADAL" clId="{B17EA56F-A8B5-4954-B011-50901DE9AA44}" dt="2025-10-09T04:19:37.925" v="9095" actId="14100"/>
        <pc:sldMkLst>
          <pc:docMk/>
          <pc:sldMk cId="2743051159" sldId="2147479839"/>
        </pc:sldMkLst>
        <pc:spChg chg="mod ord">
          <ac:chgData name="Alexander Kastil" userId="25853297-1418-4fc4-96ec-22f8bc83a64b" providerId="ADAL" clId="{B17EA56F-A8B5-4954-B011-50901DE9AA44}" dt="2025-10-09T04:19:37.925" v="9095" actId="14100"/>
          <ac:spMkLst>
            <pc:docMk/>
            <pc:sldMk cId="2743051159" sldId="2147479839"/>
            <ac:spMk id="2" creationId="{60BD98E0-A191-2321-114F-A9F61F6B1C96}"/>
          </ac:spMkLst>
        </pc:spChg>
        <pc:picChg chg="add mod ord">
          <ac:chgData name="Alexander Kastil" userId="25853297-1418-4fc4-96ec-22f8bc83a64b" providerId="ADAL" clId="{B17EA56F-A8B5-4954-B011-50901DE9AA44}" dt="2025-10-09T04:19:32.941" v="9094" actId="1076"/>
          <ac:picMkLst>
            <pc:docMk/>
            <pc:sldMk cId="2743051159" sldId="2147479839"/>
            <ac:picMk id="7" creationId="{0E75D471-0A4E-45E0-1C0B-2B2C22F78F4A}"/>
          </ac:picMkLst>
        </pc:picChg>
      </pc:sldChg>
      <pc:sldChg chg="add">
        <pc:chgData name="Alexander Kastil" userId="25853297-1418-4fc4-96ec-22f8bc83a64b" providerId="ADAL" clId="{B17EA56F-A8B5-4954-B011-50901DE9AA44}" dt="2025-10-04T05:47:11.487" v="6018"/>
        <pc:sldMkLst>
          <pc:docMk/>
          <pc:sldMk cId="1038473459" sldId="2147479840"/>
        </pc:sldMkLst>
      </pc:sldChg>
      <pc:sldChg chg="modSp add del mod">
        <pc:chgData name="Alexander Kastil" userId="25853297-1418-4fc4-96ec-22f8bc83a64b" providerId="ADAL" clId="{B17EA56F-A8B5-4954-B011-50901DE9AA44}" dt="2025-10-04T05:46:56.530" v="6017" actId="2696"/>
        <pc:sldMkLst>
          <pc:docMk/>
          <pc:sldMk cId="3481610546" sldId="2147479840"/>
        </pc:sldMkLst>
      </pc:sldChg>
      <pc:sldChg chg="add">
        <pc:chgData name="Alexander Kastil" userId="25853297-1418-4fc4-96ec-22f8bc83a64b" providerId="ADAL" clId="{B17EA56F-A8B5-4954-B011-50901DE9AA44}" dt="2025-10-04T05:47:11.487" v="6018"/>
        <pc:sldMkLst>
          <pc:docMk/>
          <pc:sldMk cId="2340612681" sldId="2147479841"/>
        </pc:sldMkLst>
      </pc:sldChg>
      <pc:sldChg chg="addSp delSp modSp add del mod modClrScheme chgLayout">
        <pc:chgData name="Alexander Kastil" userId="25853297-1418-4fc4-96ec-22f8bc83a64b" providerId="ADAL" clId="{B17EA56F-A8B5-4954-B011-50901DE9AA44}" dt="2025-10-04T05:46:56.530" v="6017" actId="2696"/>
        <pc:sldMkLst>
          <pc:docMk/>
          <pc:sldMk cId="4141450381" sldId="2147479841"/>
        </pc:sldMkLst>
      </pc:sldChg>
      <pc:sldChg chg="addSp delSp modSp new mod modClrScheme chgLayout">
        <pc:chgData name="Alexander Kastil" userId="25853297-1418-4fc4-96ec-22f8bc83a64b" providerId="ADAL" clId="{B17EA56F-A8B5-4954-B011-50901DE9AA44}" dt="2025-09-17T15:35:46.276" v="3116" actId="20577"/>
        <pc:sldMkLst>
          <pc:docMk/>
          <pc:sldMk cId="3326511110" sldId="2147479842"/>
        </pc:sldMkLst>
      </pc:sldChg>
      <pc:sldChg chg="add del">
        <pc:chgData name="Alexander Kastil" userId="25853297-1418-4fc4-96ec-22f8bc83a64b" providerId="ADAL" clId="{B17EA56F-A8B5-4954-B011-50901DE9AA44}" dt="2025-09-17T16:08:53.069" v="3337" actId="47"/>
        <pc:sldMkLst>
          <pc:docMk/>
          <pc:sldMk cId="4232609703" sldId="2147479843"/>
        </pc:sldMkLst>
      </pc:sldChg>
      <pc:sldChg chg="add del ord">
        <pc:chgData name="Alexander Kastil" userId="25853297-1418-4fc4-96ec-22f8bc83a64b" providerId="ADAL" clId="{B17EA56F-A8B5-4954-B011-50901DE9AA44}" dt="2025-10-09T07:23:45.819" v="9380" actId="2696"/>
        <pc:sldMkLst>
          <pc:docMk/>
          <pc:sldMk cId="199840358" sldId="2147479844"/>
        </pc:sldMkLst>
      </pc:sldChg>
      <pc:sldChg chg="add">
        <pc:chgData name="Alexander Kastil" userId="25853297-1418-4fc4-96ec-22f8bc83a64b" providerId="ADAL" clId="{B17EA56F-A8B5-4954-B011-50901DE9AA44}" dt="2025-10-09T07:24:10.464" v="9381"/>
        <pc:sldMkLst>
          <pc:docMk/>
          <pc:sldMk cId="860147178" sldId="2147479844"/>
        </pc:sldMkLst>
      </pc:sldChg>
      <pc:sldChg chg="modSp new add del mod ord">
        <pc:chgData name="Alexander Kastil" userId="25853297-1418-4fc4-96ec-22f8bc83a64b" providerId="ADAL" clId="{B17EA56F-A8B5-4954-B011-50901DE9AA44}" dt="2025-10-04T05:46:56.530" v="6017" actId="2696"/>
        <pc:sldMkLst>
          <pc:docMk/>
          <pc:sldMk cId="1780752323" sldId="2147479844"/>
        </pc:sldMkLst>
      </pc:sldChg>
      <pc:sldChg chg="add del">
        <pc:chgData name="Alexander Kastil" userId="25853297-1418-4fc4-96ec-22f8bc83a64b" providerId="ADAL" clId="{B17EA56F-A8B5-4954-B011-50901DE9AA44}" dt="2025-10-08T06:59:07.062" v="8290"/>
        <pc:sldMkLst>
          <pc:docMk/>
          <pc:sldMk cId="3966482495" sldId="2147479844"/>
        </pc:sldMkLst>
      </pc:sldChg>
      <pc:sldChg chg="new del">
        <pc:chgData name="Alexander Kastil" userId="25853297-1418-4fc4-96ec-22f8bc83a64b" providerId="ADAL" clId="{B17EA56F-A8B5-4954-B011-50901DE9AA44}" dt="2025-09-17T16:02:55.092" v="3294" actId="47"/>
        <pc:sldMkLst>
          <pc:docMk/>
          <pc:sldMk cId="4260205599" sldId="2147479845"/>
        </pc:sldMkLst>
      </pc:sldChg>
      <pc:sldChg chg="modSp add del mod">
        <pc:chgData name="Alexander Kastil" userId="25853297-1418-4fc4-96ec-22f8bc83a64b" providerId="ADAL" clId="{B17EA56F-A8B5-4954-B011-50901DE9AA44}" dt="2025-10-04T05:46:56.530" v="6017" actId="2696"/>
        <pc:sldMkLst>
          <pc:docMk/>
          <pc:sldMk cId="2839547451" sldId="2147479846"/>
        </pc:sldMkLst>
      </pc:sldChg>
      <pc:sldChg chg="add">
        <pc:chgData name="Alexander Kastil" userId="25853297-1418-4fc4-96ec-22f8bc83a64b" providerId="ADAL" clId="{B17EA56F-A8B5-4954-B011-50901DE9AA44}" dt="2025-10-04T05:47:11.487" v="6018"/>
        <pc:sldMkLst>
          <pc:docMk/>
          <pc:sldMk cId="4189677601" sldId="2147479846"/>
        </pc:sldMkLst>
      </pc:sldChg>
      <pc:sldChg chg="modSp add del mod">
        <pc:chgData name="Alexander Kastil" userId="25853297-1418-4fc4-96ec-22f8bc83a64b" providerId="ADAL" clId="{B17EA56F-A8B5-4954-B011-50901DE9AA44}" dt="2025-10-04T05:46:56.530" v="6017" actId="2696"/>
        <pc:sldMkLst>
          <pc:docMk/>
          <pc:sldMk cId="880528090" sldId="2147479847"/>
        </pc:sldMkLst>
      </pc:sldChg>
      <pc:sldChg chg="add">
        <pc:chgData name="Alexander Kastil" userId="25853297-1418-4fc4-96ec-22f8bc83a64b" providerId="ADAL" clId="{B17EA56F-A8B5-4954-B011-50901DE9AA44}" dt="2025-10-04T05:47:11.487" v="6018"/>
        <pc:sldMkLst>
          <pc:docMk/>
          <pc:sldMk cId="2705550538" sldId="2147479847"/>
        </pc:sldMkLst>
      </pc:sldChg>
      <pc:sldChg chg="modSp add mod">
        <pc:chgData name="Alexander Kastil" userId="25853297-1418-4fc4-96ec-22f8bc83a64b" providerId="ADAL" clId="{B17EA56F-A8B5-4954-B011-50901DE9AA44}" dt="2025-10-21T06:25:56.499" v="9545" actId="20577"/>
        <pc:sldMkLst>
          <pc:docMk/>
          <pc:sldMk cId="1157509364" sldId="2147479848"/>
        </pc:sldMkLst>
        <pc:spChg chg="mod">
          <ac:chgData name="Alexander Kastil" userId="25853297-1418-4fc4-96ec-22f8bc83a64b" providerId="ADAL" clId="{B17EA56F-A8B5-4954-B011-50901DE9AA44}" dt="2025-10-21T06:25:56.499" v="9545" actId="20577"/>
          <ac:spMkLst>
            <pc:docMk/>
            <pc:sldMk cId="1157509364" sldId="2147479848"/>
            <ac:spMk id="4" creationId="{E23E5C99-8106-E5C5-C30E-EA50F6D75A4E}"/>
          </ac:spMkLst>
        </pc:spChg>
      </pc:sldChg>
      <pc:sldChg chg="addSp delSp modSp add del mod modClrScheme chgLayout">
        <pc:chgData name="Alexander Kastil" userId="25853297-1418-4fc4-96ec-22f8bc83a64b" providerId="ADAL" clId="{B17EA56F-A8B5-4954-B011-50901DE9AA44}" dt="2025-10-04T05:46:56.530" v="6017" actId="2696"/>
        <pc:sldMkLst>
          <pc:docMk/>
          <pc:sldMk cId="3667162538" sldId="2147479848"/>
        </pc:sldMkLst>
      </pc:sldChg>
      <pc:sldChg chg="modSp add del mod">
        <pc:chgData name="Alexander Kastil" userId="25853297-1418-4fc4-96ec-22f8bc83a64b" providerId="ADAL" clId="{B17EA56F-A8B5-4954-B011-50901DE9AA44}" dt="2025-10-04T05:46:56.530" v="6017" actId="2696"/>
        <pc:sldMkLst>
          <pc:docMk/>
          <pc:sldMk cId="851856889" sldId="2147479849"/>
        </pc:sldMkLst>
      </pc:sldChg>
      <pc:sldChg chg="add del ord">
        <pc:chgData name="Alexander Kastil" userId="25853297-1418-4fc4-96ec-22f8bc83a64b" providerId="ADAL" clId="{B17EA56F-A8B5-4954-B011-50901DE9AA44}" dt="2025-10-08T06:59:44.402" v="8295"/>
        <pc:sldMkLst>
          <pc:docMk/>
          <pc:sldMk cId="1910765024" sldId="2147479849"/>
        </pc:sldMkLst>
      </pc:sldChg>
      <pc:sldChg chg="add">
        <pc:chgData name="Alexander Kastil" userId="25853297-1418-4fc4-96ec-22f8bc83a64b" providerId="ADAL" clId="{B17EA56F-A8B5-4954-B011-50901DE9AA44}" dt="2025-10-09T07:24:10.464" v="9381"/>
        <pc:sldMkLst>
          <pc:docMk/>
          <pc:sldMk cId="2332920930" sldId="2147479850"/>
        </pc:sldMkLst>
      </pc:sldChg>
      <pc:sldChg chg="add del ord">
        <pc:chgData name="Alexander Kastil" userId="25853297-1418-4fc4-96ec-22f8bc83a64b" providerId="ADAL" clId="{B17EA56F-A8B5-4954-B011-50901DE9AA44}" dt="2025-10-09T07:23:45.819" v="9380" actId="2696"/>
        <pc:sldMkLst>
          <pc:docMk/>
          <pc:sldMk cId="2338755976" sldId="2147479850"/>
        </pc:sldMkLst>
      </pc:sldChg>
      <pc:sldChg chg="modSp add del mod">
        <pc:chgData name="Alexander Kastil" userId="25853297-1418-4fc4-96ec-22f8bc83a64b" providerId="ADAL" clId="{B17EA56F-A8B5-4954-B011-50901DE9AA44}" dt="2025-10-04T05:46:56.530" v="6017" actId="2696"/>
        <pc:sldMkLst>
          <pc:docMk/>
          <pc:sldMk cId="2362478387" sldId="2147479850"/>
        </pc:sldMkLst>
      </pc:sldChg>
      <pc:sldChg chg="modSp add del mod">
        <pc:chgData name="Alexander Kastil" userId="25853297-1418-4fc4-96ec-22f8bc83a64b" providerId="ADAL" clId="{B17EA56F-A8B5-4954-B011-50901DE9AA44}" dt="2025-10-08T06:59:07.062" v="8290"/>
        <pc:sldMkLst>
          <pc:docMk/>
          <pc:sldMk cId="3911594719" sldId="2147479850"/>
        </pc:sldMkLst>
      </pc:sldChg>
      <pc:sldChg chg="add del ord">
        <pc:chgData name="Alexander Kastil" userId="25853297-1418-4fc4-96ec-22f8bc83a64b" providerId="ADAL" clId="{B17EA56F-A8B5-4954-B011-50901DE9AA44}" dt="2025-10-08T06:59:44.402" v="8295"/>
        <pc:sldMkLst>
          <pc:docMk/>
          <pc:sldMk cId="3146967344" sldId="2147479851"/>
        </pc:sldMkLst>
      </pc:sldChg>
      <pc:sldChg chg="modSp add del mod">
        <pc:chgData name="Alexander Kastil" userId="25853297-1418-4fc4-96ec-22f8bc83a64b" providerId="ADAL" clId="{B17EA56F-A8B5-4954-B011-50901DE9AA44}" dt="2025-10-04T05:46:56.530" v="6017" actId="2696"/>
        <pc:sldMkLst>
          <pc:docMk/>
          <pc:sldMk cId="4092141823" sldId="2147479851"/>
        </pc:sldMkLst>
      </pc:sldChg>
      <pc:sldChg chg="add del ord">
        <pc:chgData name="Alexander Kastil" userId="25853297-1418-4fc4-96ec-22f8bc83a64b" providerId="ADAL" clId="{B17EA56F-A8B5-4954-B011-50901DE9AA44}" dt="2025-10-08T06:59:44.402" v="8295"/>
        <pc:sldMkLst>
          <pc:docMk/>
          <pc:sldMk cId="3722107826" sldId="2147479852"/>
        </pc:sldMkLst>
      </pc:sldChg>
      <pc:sldChg chg="modSp add del mod">
        <pc:chgData name="Alexander Kastil" userId="25853297-1418-4fc4-96ec-22f8bc83a64b" providerId="ADAL" clId="{B17EA56F-A8B5-4954-B011-50901DE9AA44}" dt="2025-10-04T05:46:56.530" v="6017" actId="2696"/>
        <pc:sldMkLst>
          <pc:docMk/>
          <pc:sldMk cId="4106360095" sldId="2147479852"/>
        </pc:sldMkLst>
      </pc:sldChg>
      <pc:sldChg chg="modSp add del mod">
        <pc:chgData name="Alexander Kastil" userId="25853297-1418-4fc4-96ec-22f8bc83a64b" providerId="ADAL" clId="{B17EA56F-A8B5-4954-B011-50901DE9AA44}" dt="2025-10-04T05:46:56.530" v="6017" actId="2696"/>
        <pc:sldMkLst>
          <pc:docMk/>
          <pc:sldMk cId="3300269081" sldId="2147479853"/>
        </pc:sldMkLst>
      </pc:sldChg>
      <pc:sldChg chg="add">
        <pc:chgData name="Alexander Kastil" userId="25853297-1418-4fc4-96ec-22f8bc83a64b" providerId="ADAL" clId="{B17EA56F-A8B5-4954-B011-50901DE9AA44}" dt="2025-10-04T05:47:11.487" v="6018"/>
        <pc:sldMkLst>
          <pc:docMk/>
          <pc:sldMk cId="3942262595" sldId="2147479853"/>
        </pc:sldMkLst>
      </pc:sldChg>
      <pc:sldChg chg="modSp add del mod">
        <pc:chgData name="Alexander Kastil" userId="25853297-1418-4fc4-96ec-22f8bc83a64b" providerId="ADAL" clId="{B17EA56F-A8B5-4954-B011-50901DE9AA44}" dt="2025-10-04T05:46:56.530" v="6017" actId="2696"/>
        <pc:sldMkLst>
          <pc:docMk/>
          <pc:sldMk cId="1798348089" sldId="2147479854"/>
        </pc:sldMkLst>
      </pc:sldChg>
      <pc:sldChg chg="add">
        <pc:chgData name="Alexander Kastil" userId="25853297-1418-4fc4-96ec-22f8bc83a64b" providerId="ADAL" clId="{B17EA56F-A8B5-4954-B011-50901DE9AA44}" dt="2025-10-04T05:47:11.487" v="6018"/>
        <pc:sldMkLst>
          <pc:docMk/>
          <pc:sldMk cId="2803733959" sldId="2147479854"/>
        </pc:sldMkLst>
      </pc:sldChg>
      <pc:sldChg chg="addSp delSp modSp add del mod modClrScheme chgLayout">
        <pc:chgData name="Alexander Kastil" userId="25853297-1418-4fc4-96ec-22f8bc83a64b" providerId="ADAL" clId="{B17EA56F-A8B5-4954-B011-50901DE9AA44}" dt="2025-10-04T05:46:56.530" v="6017" actId="2696"/>
        <pc:sldMkLst>
          <pc:docMk/>
          <pc:sldMk cId="1457304059" sldId="2147479855"/>
        </pc:sldMkLst>
      </pc:sldChg>
      <pc:sldChg chg="add">
        <pc:chgData name="Alexander Kastil" userId="25853297-1418-4fc4-96ec-22f8bc83a64b" providerId="ADAL" clId="{B17EA56F-A8B5-4954-B011-50901DE9AA44}" dt="2025-10-04T05:47:11.487" v="6018"/>
        <pc:sldMkLst>
          <pc:docMk/>
          <pc:sldMk cId="2658809745" sldId="2147479855"/>
        </pc:sldMkLst>
      </pc:sldChg>
      <pc:sldChg chg="modSp add del mod">
        <pc:chgData name="Alexander Kastil" userId="25853297-1418-4fc4-96ec-22f8bc83a64b" providerId="ADAL" clId="{B17EA56F-A8B5-4954-B011-50901DE9AA44}" dt="2025-10-04T05:46:56.530" v="6017" actId="2696"/>
        <pc:sldMkLst>
          <pc:docMk/>
          <pc:sldMk cId="506914860" sldId="2147479856"/>
        </pc:sldMkLst>
      </pc:sldChg>
      <pc:sldChg chg="add">
        <pc:chgData name="Alexander Kastil" userId="25853297-1418-4fc4-96ec-22f8bc83a64b" providerId="ADAL" clId="{B17EA56F-A8B5-4954-B011-50901DE9AA44}" dt="2025-10-04T05:47:11.487" v="6018"/>
        <pc:sldMkLst>
          <pc:docMk/>
          <pc:sldMk cId="2936240541" sldId="2147479856"/>
        </pc:sldMkLst>
      </pc:sldChg>
      <pc:sldChg chg="add">
        <pc:chgData name="Alexander Kastil" userId="25853297-1418-4fc4-96ec-22f8bc83a64b" providerId="ADAL" clId="{B17EA56F-A8B5-4954-B011-50901DE9AA44}" dt="2025-10-04T05:47:11.487" v="6018"/>
        <pc:sldMkLst>
          <pc:docMk/>
          <pc:sldMk cId="2399480881" sldId="2147479857"/>
        </pc:sldMkLst>
      </pc:sldChg>
      <pc:sldChg chg="addSp delSp modSp add del mod ord modClrScheme chgLayout">
        <pc:chgData name="Alexander Kastil" userId="25853297-1418-4fc4-96ec-22f8bc83a64b" providerId="ADAL" clId="{B17EA56F-A8B5-4954-B011-50901DE9AA44}" dt="2025-10-04T05:46:56.530" v="6017" actId="2696"/>
        <pc:sldMkLst>
          <pc:docMk/>
          <pc:sldMk cId="3261022594" sldId="2147479857"/>
        </pc:sldMkLst>
      </pc:sldChg>
      <pc:sldChg chg="addSp delSp modSp add del mod modClrScheme chgLayout">
        <pc:chgData name="Alexander Kastil" userId="25853297-1418-4fc4-96ec-22f8bc83a64b" providerId="ADAL" clId="{B17EA56F-A8B5-4954-B011-50901DE9AA44}" dt="2025-10-04T05:46:56.530" v="6017" actId="2696"/>
        <pc:sldMkLst>
          <pc:docMk/>
          <pc:sldMk cId="3313058735" sldId="2147479858"/>
        </pc:sldMkLst>
      </pc:sldChg>
      <pc:sldChg chg="modSp add mod">
        <pc:chgData name="Alexander Kastil" userId="25853297-1418-4fc4-96ec-22f8bc83a64b" providerId="ADAL" clId="{B17EA56F-A8B5-4954-B011-50901DE9AA44}" dt="2025-10-04T09:33:58.600" v="6268" actId="20577"/>
        <pc:sldMkLst>
          <pc:docMk/>
          <pc:sldMk cId="3330109356" sldId="2147479858"/>
        </pc:sldMkLst>
        <pc:spChg chg="mod">
          <ac:chgData name="Alexander Kastil" userId="25853297-1418-4fc4-96ec-22f8bc83a64b" providerId="ADAL" clId="{B17EA56F-A8B5-4954-B011-50901DE9AA44}" dt="2025-10-04T09:33:58.600" v="6268" actId="20577"/>
          <ac:spMkLst>
            <pc:docMk/>
            <pc:sldMk cId="3330109356" sldId="2147479858"/>
            <ac:spMk id="5" creationId="{F7B1550A-398D-AA4B-A69E-801E24BF31C1}"/>
          </ac:spMkLst>
        </pc:spChg>
      </pc:sldChg>
      <pc:sldChg chg="modSp add del mod">
        <pc:chgData name="Alexander Kastil" userId="25853297-1418-4fc4-96ec-22f8bc83a64b" providerId="ADAL" clId="{B17EA56F-A8B5-4954-B011-50901DE9AA44}" dt="2025-10-04T05:46:56.530" v="6017" actId="2696"/>
        <pc:sldMkLst>
          <pc:docMk/>
          <pc:sldMk cId="1693118926" sldId="2147479859"/>
        </pc:sldMkLst>
      </pc:sldChg>
      <pc:sldChg chg="add">
        <pc:chgData name="Alexander Kastil" userId="25853297-1418-4fc4-96ec-22f8bc83a64b" providerId="ADAL" clId="{B17EA56F-A8B5-4954-B011-50901DE9AA44}" dt="2025-10-04T05:47:48.044" v="6020"/>
        <pc:sldMkLst>
          <pc:docMk/>
          <pc:sldMk cId="3445346111" sldId="2147479859"/>
        </pc:sldMkLst>
      </pc:sldChg>
      <pc:sldChg chg="add del">
        <pc:chgData name="Alexander Kastil" userId="25853297-1418-4fc4-96ec-22f8bc83a64b" providerId="ADAL" clId="{B17EA56F-A8B5-4954-B011-50901DE9AA44}" dt="2025-10-04T05:47:32.791" v="6019" actId="2696"/>
        <pc:sldMkLst>
          <pc:docMk/>
          <pc:sldMk cId="4166501252" sldId="2147479859"/>
        </pc:sldMkLst>
      </pc:sldChg>
      <pc:sldChg chg="add del">
        <pc:chgData name="Alexander Kastil" userId="25853297-1418-4fc4-96ec-22f8bc83a64b" providerId="ADAL" clId="{B17EA56F-A8B5-4954-B011-50901DE9AA44}" dt="2025-10-04T05:47:32.791" v="6019" actId="2696"/>
        <pc:sldMkLst>
          <pc:docMk/>
          <pc:sldMk cId="1858870479" sldId="2147479860"/>
        </pc:sldMkLst>
      </pc:sldChg>
      <pc:sldChg chg="addSp delSp modSp add del mod modClrScheme modAnim chgLayout">
        <pc:chgData name="Alexander Kastil" userId="25853297-1418-4fc4-96ec-22f8bc83a64b" providerId="ADAL" clId="{B17EA56F-A8B5-4954-B011-50901DE9AA44}" dt="2025-10-04T05:46:56.530" v="6017" actId="2696"/>
        <pc:sldMkLst>
          <pc:docMk/>
          <pc:sldMk cId="3163291115" sldId="2147479860"/>
        </pc:sldMkLst>
      </pc:sldChg>
      <pc:sldChg chg="addSp delSp modSp add mod">
        <pc:chgData name="Alexander Kastil" userId="25853297-1418-4fc4-96ec-22f8bc83a64b" providerId="ADAL" clId="{B17EA56F-A8B5-4954-B011-50901DE9AA44}" dt="2025-10-09T04:01:24.907" v="8949" actId="22"/>
        <pc:sldMkLst>
          <pc:docMk/>
          <pc:sldMk cId="4025564874" sldId="2147479860"/>
        </pc:sldMkLst>
        <pc:picChg chg="add mod ord">
          <ac:chgData name="Alexander Kastil" userId="25853297-1418-4fc4-96ec-22f8bc83a64b" providerId="ADAL" clId="{B17EA56F-A8B5-4954-B011-50901DE9AA44}" dt="2025-10-09T04:01:24.907" v="8949" actId="22"/>
          <ac:picMkLst>
            <pc:docMk/>
            <pc:sldMk cId="4025564874" sldId="2147479860"/>
            <ac:picMk id="6" creationId="{80B69A3B-2B4D-B55F-927D-DB546BA4F614}"/>
          </ac:picMkLst>
        </pc:picChg>
      </pc:sldChg>
      <pc:sldChg chg="add del">
        <pc:chgData name="Alexander Kastil" userId="25853297-1418-4fc4-96ec-22f8bc83a64b" providerId="ADAL" clId="{B17EA56F-A8B5-4954-B011-50901DE9AA44}" dt="2025-10-04T05:47:32.791" v="6019" actId="2696"/>
        <pc:sldMkLst>
          <pc:docMk/>
          <pc:sldMk cId="1403938314" sldId="2147479861"/>
        </pc:sldMkLst>
      </pc:sldChg>
      <pc:sldChg chg="modSp add del mod">
        <pc:chgData name="Alexander Kastil" userId="25853297-1418-4fc4-96ec-22f8bc83a64b" providerId="ADAL" clId="{B17EA56F-A8B5-4954-B011-50901DE9AA44}" dt="2025-10-04T05:46:56.530" v="6017" actId="2696"/>
        <pc:sldMkLst>
          <pc:docMk/>
          <pc:sldMk cId="2011928624" sldId="2147479861"/>
        </pc:sldMkLst>
      </pc:sldChg>
      <pc:sldChg chg="add">
        <pc:chgData name="Alexander Kastil" userId="25853297-1418-4fc4-96ec-22f8bc83a64b" providerId="ADAL" clId="{B17EA56F-A8B5-4954-B011-50901DE9AA44}" dt="2025-10-04T05:47:48.044" v="6020"/>
        <pc:sldMkLst>
          <pc:docMk/>
          <pc:sldMk cId="2581219868" sldId="2147479861"/>
        </pc:sldMkLst>
      </pc:sldChg>
      <pc:sldChg chg="modSp add del mod">
        <pc:chgData name="Alexander Kastil" userId="25853297-1418-4fc4-96ec-22f8bc83a64b" providerId="ADAL" clId="{B17EA56F-A8B5-4954-B011-50901DE9AA44}" dt="2025-10-04T05:46:56.530" v="6017" actId="2696"/>
        <pc:sldMkLst>
          <pc:docMk/>
          <pc:sldMk cId="1316896847" sldId="2147479862"/>
        </pc:sldMkLst>
      </pc:sldChg>
      <pc:sldChg chg="add">
        <pc:chgData name="Alexander Kastil" userId="25853297-1418-4fc4-96ec-22f8bc83a64b" providerId="ADAL" clId="{B17EA56F-A8B5-4954-B011-50901DE9AA44}" dt="2025-10-04T05:47:11.487" v="6018"/>
        <pc:sldMkLst>
          <pc:docMk/>
          <pc:sldMk cId="3362810850" sldId="2147479862"/>
        </pc:sldMkLst>
      </pc:sldChg>
      <pc:sldChg chg="add">
        <pc:chgData name="Alexander Kastil" userId="25853297-1418-4fc4-96ec-22f8bc83a64b" providerId="ADAL" clId="{B17EA56F-A8B5-4954-B011-50901DE9AA44}" dt="2025-10-04T05:47:11.487" v="6018"/>
        <pc:sldMkLst>
          <pc:docMk/>
          <pc:sldMk cId="3499192282" sldId="2147479863"/>
        </pc:sldMkLst>
      </pc:sldChg>
      <pc:sldChg chg="addSp delSp modSp add del mod ord">
        <pc:chgData name="Alexander Kastil" userId="25853297-1418-4fc4-96ec-22f8bc83a64b" providerId="ADAL" clId="{B17EA56F-A8B5-4954-B011-50901DE9AA44}" dt="2025-10-04T05:46:56.530" v="6017" actId="2696"/>
        <pc:sldMkLst>
          <pc:docMk/>
          <pc:sldMk cId="3802418285" sldId="2147479863"/>
        </pc:sldMkLst>
      </pc:sldChg>
      <pc:sldChg chg="add del">
        <pc:chgData name="Alexander Kastil" userId="25853297-1418-4fc4-96ec-22f8bc83a64b" providerId="ADAL" clId="{B17EA56F-A8B5-4954-B011-50901DE9AA44}" dt="2025-09-27T10:11:19.993" v="3881" actId="47"/>
        <pc:sldMkLst>
          <pc:docMk/>
          <pc:sldMk cId="452603223" sldId="2147479864"/>
        </pc:sldMkLst>
      </pc:sldChg>
      <pc:sldChg chg="modSp add del mod">
        <pc:chgData name="Alexander Kastil" userId="25853297-1418-4fc4-96ec-22f8bc83a64b" providerId="ADAL" clId="{B17EA56F-A8B5-4954-B011-50901DE9AA44}" dt="2025-10-04T05:46:56.530" v="6017" actId="2696"/>
        <pc:sldMkLst>
          <pc:docMk/>
          <pc:sldMk cId="827030200" sldId="2147479865"/>
        </pc:sldMkLst>
      </pc:sldChg>
      <pc:sldChg chg="add">
        <pc:chgData name="Alexander Kastil" userId="25853297-1418-4fc4-96ec-22f8bc83a64b" providerId="ADAL" clId="{B17EA56F-A8B5-4954-B011-50901DE9AA44}" dt="2025-10-04T05:47:11.487" v="6018"/>
        <pc:sldMkLst>
          <pc:docMk/>
          <pc:sldMk cId="2732228495" sldId="2147479865"/>
        </pc:sldMkLst>
      </pc:sldChg>
      <pc:sldChg chg="addSp delSp modSp add del mod modClrScheme chgLayout">
        <pc:chgData name="Alexander Kastil" userId="25853297-1418-4fc4-96ec-22f8bc83a64b" providerId="ADAL" clId="{B17EA56F-A8B5-4954-B011-50901DE9AA44}" dt="2025-10-04T05:46:56.530" v="6017" actId="2696"/>
        <pc:sldMkLst>
          <pc:docMk/>
          <pc:sldMk cId="2995927990" sldId="2147479866"/>
        </pc:sldMkLst>
      </pc:sldChg>
      <pc:sldChg chg="add">
        <pc:chgData name="Alexander Kastil" userId="25853297-1418-4fc4-96ec-22f8bc83a64b" providerId="ADAL" clId="{B17EA56F-A8B5-4954-B011-50901DE9AA44}" dt="2025-10-04T05:47:11.487" v="6018"/>
        <pc:sldMkLst>
          <pc:docMk/>
          <pc:sldMk cId="3875432766" sldId="2147479866"/>
        </pc:sldMkLst>
      </pc:sldChg>
      <pc:sldChg chg="addSp delSp modSp add del mod modClrScheme chgLayout">
        <pc:chgData name="Alexander Kastil" userId="25853297-1418-4fc4-96ec-22f8bc83a64b" providerId="ADAL" clId="{B17EA56F-A8B5-4954-B011-50901DE9AA44}" dt="2025-10-03T10:35:33.873" v="5563" actId="47"/>
        <pc:sldMkLst>
          <pc:docMk/>
          <pc:sldMk cId="2533306980" sldId="2147479867"/>
        </pc:sldMkLst>
      </pc:sldChg>
      <pc:sldChg chg="modSp add mod">
        <pc:chgData name="Alexander Kastil" userId="25853297-1418-4fc4-96ec-22f8bc83a64b" providerId="ADAL" clId="{B17EA56F-A8B5-4954-B011-50901DE9AA44}" dt="2025-09-17T17:38:50.659" v="3528" actId="20577"/>
        <pc:sldMkLst>
          <pc:docMk/>
          <pc:sldMk cId="3972841958" sldId="2147479868"/>
        </pc:sldMkLst>
      </pc:sldChg>
      <pc:sldChg chg="modSp add mod">
        <pc:chgData name="Alexander Kastil" userId="25853297-1418-4fc4-96ec-22f8bc83a64b" providerId="ADAL" clId="{B17EA56F-A8B5-4954-B011-50901DE9AA44}" dt="2025-10-09T04:20:42.420" v="9118" actId="20577"/>
        <pc:sldMkLst>
          <pc:docMk/>
          <pc:sldMk cId="1071877228" sldId="2147479869"/>
        </pc:sldMkLst>
        <pc:spChg chg="mod">
          <ac:chgData name="Alexander Kastil" userId="25853297-1418-4fc4-96ec-22f8bc83a64b" providerId="ADAL" clId="{B17EA56F-A8B5-4954-B011-50901DE9AA44}" dt="2025-10-09T04:20:42.420" v="9118" actId="20577"/>
          <ac:spMkLst>
            <pc:docMk/>
            <pc:sldMk cId="1071877228" sldId="2147479869"/>
            <ac:spMk id="5" creationId="{C81E8AF8-00F7-AC3E-C3EF-B50DF6DB575E}"/>
          </ac:spMkLst>
        </pc:spChg>
      </pc:sldChg>
      <pc:sldChg chg="modSp add del mod">
        <pc:chgData name="Alexander Kastil" userId="25853297-1418-4fc4-96ec-22f8bc83a64b" providerId="ADAL" clId="{B17EA56F-A8B5-4954-B011-50901DE9AA44}" dt="2025-10-07T11:35:42.506" v="8141" actId="2696"/>
        <pc:sldMkLst>
          <pc:docMk/>
          <pc:sldMk cId="967395474" sldId="2147479870"/>
        </pc:sldMkLst>
      </pc:sldChg>
      <pc:sldChg chg="modSp add mod">
        <pc:chgData name="Alexander Kastil" userId="25853297-1418-4fc4-96ec-22f8bc83a64b" providerId="ADAL" clId="{B17EA56F-A8B5-4954-B011-50901DE9AA44}" dt="2025-10-09T04:16:42.421" v="9078" actId="6549"/>
        <pc:sldMkLst>
          <pc:docMk/>
          <pc:sldMk cId="2122032364" sldId="2147479870"/>
        </pc:sldMkLst>
        <pc:spChg chg="mod">
          <ac:chgData name="Alexander Kastil" userId="25853297-1418-4fc4-96ec-22f8bc83a64b" providerId="ADAL" clId="{B17EA56F-A8B5-4954-B011-50901DE9AA44}" dt="2025-10-09T04:16:42.421" v="9078" actId="6549"/>
          <ac:spMkLst>
            <pc:docMk/>
            <pc:sldMk cId="2122032364" sldId="2147479870"/>
            <ac:spMk id="2" creationId="{E3D5670E-1051-3584-71A6-70EC05C1BBA4}"/>
          </ac:spMkLst>
        </pc:spChg>
      </pc:sldChg>
      <pc:sldChg chg="add del">
        <pc:chgData name="Alexander Kastil" userId="25853297-1418-4fc4-96ec-22f8bc83a64b" providerId="ADAL" clId="{B17EA56F-A8B5-4954-B011-50901DE9AA44}" dt="2025-10-08T06:49:05.410" v="8192" actId="2696"/>
        <pc:sldMkLst>
          <pc:docMk/>
          <pc:sldMk cId="3806276693" sldId="2147479870"/>
        </pc:sldMkLst>
      </pc:sldChg>
      <pc:sldChg chg="add">
        <pc:chgData name="Alexander Kastil" userId="25853297-1418-4fc4-96ec-22f8bc83a64b" providerId="ADAL" clId="{B17EA56F-A8B5-4954-B011-50901DE9AA44}" dt="2025-10-08T06:49:33.192" v="8193"/>
        <pc:sldMkLst>
          <pc:docMk/>
          <pc:sldMk cId="268091008" sldId="2147479871"/>
        </pc:sldMkLst>
      </pc:sldChg>
      <pc:sldChg chg="add del">
        <pc:chgData name="Alexander Kastil" userId="25853297-1418-4fc4-96ec-22f8bc83a64b" providerId="ADAL" clId="{B17EA56F-A8B5-4954-B011-50901DE9AA44}" dt="2025-10-08T06:49:05.410" v="8192" actId="2696"/>
        <pc:sldMkLst>
          <pc:docMk/>
          <pc:sldMk cId="801697215" sldId="2147479871"/>
        </pc:sldMkLst>
      </pc:sldChg>
      <pc:sldChg chg="addSp delSp modSp add del mod modClrScheme chgLayout">
        <pc:chgData name="Alexander Kastil" userId="25853297-1418-4fc4-96ec-22f8bc83a64b" providerId="ADAL" clId="{B17EA56F-A8B5-4954-B011-50901DE9AA44}" dt="2025-10-07T11:35:42.506" v="8141" actId="2696"/>
        <pc:sldMkLst>
          <pc:docMk/>
          <pc:sldMk cId="3619168902" sldId="2147479871"/>
        </pc:sldMkLst>
      </pc:sldChg>
      <pc:sldChg chg="addSp delSp modSp add del mod modClrScheme chgLayout">
        <pc:chgData name="Alexander Kastil" userId="25853297-1418-4fc4-96ec-22f8bc83a64b" providerId="ADAL" clId="{B17EA56F-A8B5-4954-B011-50901DE9AA44}" dt="2025-10-07T11:35:42.506" v="8141" actId="2696"/>
        <pc:sldMkLst>
          <pc:docMk/>
          <pc:sldMk cId="1549394985" sldId="2147479872"/>
        </pc:sldMkLst>
      </pc:sldChg>
      <pc:sldChg chg="add">
        <pc:chgData name="Alexander Kastil" userId="25853297-1418-4fc4-96ec-22f8bc83a64b" providerId="ADAL" clId="{B17EA56F-A8B5-4954-B011-50901DE9AA44}" dt="2025-10-08T06:49:33.192" v="8193"/>
        <pc:sldMkLst>
          <pc:docMk/>
          <pc:sldMk cId="1950896374" sldId="2147479872"/>
        </pc:sldMkLst>
      </pc:sldChg>
      <pc:sldChg chg="add del">
        <pc:chgData name="Alexander Kastil" userId="25853297-1418-4fc4-96ec-22f8bc83a64b" providerId="ADAL" clId="{B17EA56F-A8B5-4954-B011-50901DE9AA44}" dt="2025-10-08T06:49:05.410" v="8192" actId="2696"/>
        <pc:sldMkLst>
          <pc:docMk/>
          <pc:sldMk cId="3592387747" sldId="2147479872"/>
        </pc:sldMkLst>
      </pc:sldChg>
      <pc:sldChg chg="modSp add mod">
        <pc:chgData name="Alexander Kastil" userId="25853297-1418-4fc4-96ec-22f8bc83a64b" providerId="ADAL" clId="{B17EA56F-A8B5-4954-B011-50901DE9AA44}" dt="2025-09-17T17:40:13.170" v="3543"/>
        <pc:sldMkLst>
          <pc:docMk/>
          <pc:sldMk cId="986743637" sldId="2147479873"/>
        </pc:sldMkLst>
      </pc:sldChg>
      <pc:sldChg chg="add">
        <pc:chgData name="Alexander Kastil" userId="25853297-1418-4fc4-96ec-22f8bc83a64b" providerId="ADAL" clId="{B17EA56F-A8B5-4954-B011-50901DE9AA44}" dt="2025-09-17T17:39:54.609" v="3541"/>
        <pc:sldMkLst>
          <pc:docMk/>
          <pc:sldMk cId="2695551790" sldId="2147479874"/>
        </pc:sldMkLst>
      </pc:sldChg>
      <pc:sldChg chg="add">
        <pc:chgData name="Alexander Kastil" userId="25853297-1418-4fc4-96ec-22f8bc83a64b" providerId="ADAL" clId="{B17EA56F-A8B5-4954-B011-50901DE9AA44}" dt="2025-09-17T17:39:54.609" v="3541"/>
        <pc:sldMkLst>
          <pc:docMk/>
          <pc:sldMk cId="1110350494" sldId="2147479875"/>
        </pc:sldMkLst>
      </pc:sldChg>
      <pc:sldChg chg="modSp add mod">
        <pc:chgData name="Alexander Kastil" userId="25853297-1418-4fc4-96ec-22f8bc83a64b" providerId="ADAL" clId="{B17EA56F-A8B5-4954-B011-50901DE9AA44}" dt="2025-09-17T17:40:23.655" v="3544"/>
        <pc:sldMkLst>
          <pc:docMk/>
          <pc:sldMk cId="1134485154" sldId="2147479876"/>
        </pc:sldMkLst>
      </pc:sldChg>
      <pc:sldChg chg="addSp delSp modSp add mod modClrScheme chgLayout">
        <pc:chgData name="Alexander Kastil" userId="25853297-1418-4fc4-96ec-22f8bc83a64b" providerId="ADAL" clId="{B17EA56F-A8B5-4954-B011-50901DE9AA44}" dt="2025-10-04T11:11:40.970" v="7295" actId="113"/>
        <pc:sldMkLst>
          <pc:docMk/>
          <pc:sldMk cId="1204848098" sldId="2147479877"/>
        </pc:sldMkLst>
        <pc:spChg chg="mod ord">
          <ac:chgData name="Alexander Kastil" userId="25853297-1418-4fc4-96ec-22f8bc83a64b" providerId="ADAL" clId="{B17EA56F-A8B5-4954-B011-50901DE9AA44}" dt="2025-10-04T11:11:40.970" v="7295" actId="113"/>
          <ac:spMkLst>
            <pc:docMk/>
            <pc:sldMk cId="1204848098" sldId="2147479877"/>
            <ac:spMk id="2" creationId="{9CC5C5E0-3C73-52BD-34AE-C86CBADE4EFA}"/>
          </ac:spMkLst>
        </pc:spChg>
        <pc:spChg chg="mod ord">
          <ac:chgData name="Alexander Kastil" userId="25853297-1418-4fc4-96ec-22f8bc83a64b" providerId="ADAL" clId="{B17EA56F-A8B5-4954-B011-50901DE9AA44}" dt="2025-10-03T06:55:09.313" v="4909" actId="20577"/>
          <ac:spMkLst>
            <pc:docMk/>
            <pc:sldMk cId="1204848098" sldId="2147479877"/>
            <ac:spMk id="3" creationId="{602A44AC-3D8D-A65B-6529-F1F3CC8CFE62}"/>
          </ac:spMkLst>
        </pc:spChg>
      </pc:sldChg>
      <pc:sldChg chg="add del">
        <pc:chgData name="Alexander Kastil" userId="25853297-1418-4fc4-96ec-22f8bc83a64b" providerId="ADAL" clId="{B17EA56F-A8B5-4954-B011-50901DE9AA44}" dt="2025-10-04T11:11:46.592" v="7296" actId="47"/>
        <pc:sldMkLst>
          <pc:docMk/>
          <pc:sldMk cId="2689229686" sldId="2147479878"/>
        </pc:sldMkLst>
      </pc:sldChg>
      <pc:sldChg chg="addSp delSp modSp new del mod">
        <pc:chgData name="Alexander Kastil" userId="25853297-1418-4fc4-96ec-22f8bc83a64b" providerId="ADAL" clId="{B17EA56F-A8B5-4954-B011-50901DE9AA44}" dt="2025-10-09T03:58:49.789" v="8948" actId="47"/>
        <pc:sldMkLst>
          <pc:docMk/>
          <pc:sldMk cId="3185334796" sldId="2147479879"/>
        </pc:sldMkLst>
      </pc:sldChg>
      <pc:sldChg chg="modSp add del mod">
        <pc:chgData name="Alexander Kastil" userId="25853297-1418-4fc4-96ec-22f8bc83a64b" providerId="ADAL" clId="{B17EA56F-A8B5-4954-B011-50901DE9AA44}" dt="2025-10-08T06:59:07.062" v="8290"/>
        <pc:sldMkLst>
          <pc:docMk/>
          <pc:sldMk cId="1124932093" sldId="2147479880"/>
        </pc:sldMkLst>
      </pc:sldChg>
      <pc:sldChg chg="modSp add del mod ord">
        <pc:chgData name="Alexander Kastil" userId="25853297-1418-4fc4-96ec-22f8bc83a64b" providerId="ADAL" clId="{B17EA56F-A8B5-4954-B011-50901DE9AA44}" dt="2025-10-04T05:46:56.530" v="6017" actId="2696"/>
        <pc:sldMkLst>
          <pc:docMk/>
          <pc:sldMk cId="1992455863" sldId="2147479880"/>
        </pc:sldMkLst>
      </pc:sldChg>
      <pc:sldChg chg="add">
        <pc:chgData name="Alexander Kastil" userId="25853297-1418-4fc4-96ec-22f8bc83a64b" providerId="ADAL" clId="{B17EA56F-A8B5-4954-B011-50901DE9AA44}" dt="2025-10-09T07:24:10.464" v="9381"/>
        <pc:sldMkLst>
          <pc:docMk/>
          <pc:sldMk cId="2382842132" sldId="2147479880"/>
        </pc:sldMkLst>
      </pc:sldChg>
      <pc:sldChg chg="add del ord">
        <pc:chgData name="Alexander Kastil" userId="25853297-1418-4fc4-96ec-22f8bc83a64b" providerId="ADAL" clId="{B17EA56F-A8B5-4954-B011-50901DE9AA44}" dt="2025-10-09T07:23:45.819" v="9380" actId="2696"/>
        <pc:sldMkLst>
          <pc:docMk/>
          <pc:sldMk cId="2525311632" sldId="2147479880"/>
        </pc:sldMkLst>
      </pc:sldChg>
      <pc:sldChg chg="new del">
        <pc:chgData name="Alexander Kastil" userId="25853297-1418-4fc4-96ec-22f8bc83a64b" providerId="ADAL" clId="{B17EA56F-A8B5-4954-B011-50901DE9AA44}" dt="2025-09-27T08:10:59.578" v="3572" actId="47"/>
        <pc:sldMkLst>
          <pc:docMk/>
          <pc:sldMk cId="3525685173" sldId="2147479880"/>
        </pc:sldMkLst>
      </pc:sldChg>
      <pc:sldChg chg="addSp delSp modSp add del mod modClrScheme chgLayout">
        <pc:chgData name="Alexander Kastil" userId="25853297-1418-4fc4-96ec-22f8bc83a64b" providerId="ADAL" clId="{B17EA56F-A8B5-4954-B011-50901DE9AA44}" dt="2025-09-27T10:12:30.776" v="3910" actId="47"/>
        <pc:sldMkLst>
          <pc:docMk/>
          <pc:sldMk cId="4013531372" sldId="2147481168"/>
        </pc:sldMkLst>
      </pc:sldChg>
      <pc:sldChg chg="add del">
        <pc:chgData name="Alexander Kastil" userId="25853297-1418-4fc4-96ec-22f8bc83a64b" providerId="ADAL" clId="{B17EA56F-A8B5-4954-B011-50901DE9AA44}" dt="2025-09-27T10:14:15.910" v="3923" actId="47"/>
        <pc:sldMkLst>
          <pc:docMk/>
          <pc:sldMk cId="4202600314" sldId="2147483572"/>
        </pc:sldMkLst>
      </pc:sldChg>
      <pc:sldChg chg="addSp delSp modSp add del mod modClrScheme chgLayout">
        <pc:chgData name="Alexander Kastil" userId="25853297-1418-4fc4-96ec-22f8bc83a64b" providerId="ADAL" clId="{B17EA56F-A8B5-4954-B011-50901DE9AA44}" dt="2025-10-04T05:46:56.530" v="6017" actId="2696"/>
        <pc:sldMkLst>
          <pc:docMk/>
          <pc:sldMk cId="2453105270" sldId="2147483585"/>
        </pc:sldMkLst>
      </pc:sldChg>
      <pc:sldChg chg="add">
        <pc:chgData name="Alexander Kastil" userId="25853297-1418-4fc4-96ec-22f8bc83a64b" providerId="ADAL" clId="{B17EA56F-A8B5-4954-B011-50901DE9AA44}" dt="2025-10-04T05:47:11.487" v="6018"/>
        <pc:sldMkLst>
          <pc:docMk/>
          <pc:sldMk cId="3480719826" sldId="2147483585"/>
        </pc:sldMkLst>
      </pc:sldChg>
      <pc:sldChg chg="modSp add del mod">
        <pc:chgData name="Alexander Kastil" userId="25853297-1418-4fc4-96ec-22f8bc83a64b" providerId="ADAL" clId="{B17EA56F-A8B5-4954-B011-50901DE9AA44}" dt="2025-09-27T10:10:43.382" v="3851" actId="47"/>
        <pc:sldMkLst>
          <pc:docMk/>
          <pc:sldMk cId="2346326953" sldId="2147483617"/>
        </pc:sldMkLst>
      </pc:sldChg>
      <pc:sldChg chg="delSp modSp add del mod chgLayout">
        <pc:chgData name="Alexander Kastil" userId="25853297-1418-4fc4-96ec-22f8bc83a64b" providerId="ADAL" clId="{B17EA56F-A8B5-4954-B011-50901DE9AA44}" dt="2025-10-04T05:46:56.530" v="6017" actId="2696"/>
        <pc:sldMkLst>
          <pc:docMk/>
          <pc:sldMk cId="2749904743" sldId="2147483624"/>
        </pc:sldMkLst>
      </pc:sldChg>
      <pc:sldChg chg="add">
        <pc:chgData name="Alexander Kastil" userId="25853297-1418-4fc4-96ec-22f8bc83a64b" providerId="ADAL" clId="{B17EA56F-A8B5-4954-B011-50901DE9AA44}" dt="2025-10-04T05:47:11.487" v="6018"/>
        <pc:sldMkLst>
          <pc:docMk/>
          <pc:sldMk cId="2906886092" sldId="2147483624"/>
        </pc:sldMkLst>
      </pc:sldChg>
      <pc:sldChg chg="add">
        <pc:chgData name="Alexander Kastil" userId="25853297-1418-4fc4-96ec-22f8bc83a64b" providerId="ADAL" clId="{B17EA56F-A8B5-4954-B011-50901DE9AA44}" dt="2025-10-04T05:47:11.487" v="6018"/>
        <pc:sldMkLst>
          <pc:docMk/>
          <pc:sldMk cId="127215330" sldId="2147483625"/>
        </pc:sldMkLst>
      </pc:sldChg>
      <pc:sldChg chg="delSp modSp add del mod chgLayout">
        <pc:chgData name="Alexander Kastil" userId="25853297-1418-4fc4-96ec-22f8bc83a64b" providerId="ADAL" clId="{B17EA56F-A8B5-4954-B011-50901DE9AA44}" dt="2025-10-04T05:46:56.530" v="6017" actId="2696"/>
        <pc:sldMkLst>
          <pc:docMk/>
          <pc:sldMk cId="4059996564" sldId="2147483625"/>
        </pc:sldMkLst>
      </pc:sldChg>
      <pc:sldChg chg="modSp add mod ord">
        <pc:chgData name="Alexander Kastil" userId="25853297-1418-4fc4-96ec-22f8bc83a64b" providerId="ADAL" clId="{B17EA56F-A8B5-4954-B011-50901DE9AA44}" dt="2025-10-08T13:27:03.249" v="8767"/>
        <pc:sldMkLst>
          <pc:docMk/>
          <pc:sldMk cId="149033377" sldId="2147483626"/>
        </pc:sldMkLst>
        <pc:spChg chg="mod">
          <ac:chgData name="Alexander Kastil" userId="25853297-1418-4fc4-96ec-22f8bc83a64b" providerId="ADAL" clId="{B17EA56F-A8B5-4954-B011-50901DE9AA44}" dt="2025-10-04T09:58:50.864" v="6715" actId="20577"/>
          <ac:spMkLst>
            <pc:docMk/>
            <pc:sldMk cId="149033377" sldId="2147483626"/>
            <ac:spMk id="3" creationId="{30BE3058-60FB-84B3-1945-97F5B1255531}"/>
          </ac:spMkLst>
        </pc:spChg>
      </pc:sldChg>
      <pc:sldChg chg="modSp add del mod chgLayout">
        <pc:chgData name="Alexander Kastil" userId="25853297-1418-4fc4-96ec-22f8bc83a64b" providerId="ADAL" clId="{B17EA56F-A8B5-4954-B011-50901DE9AA44}" dt="2025-10-04T05:46:56.530" v="6017" actId="2696"/>
        <pc:sldMkLst>
          <pc:docMk/>
          <pc:sldMk cId="2125843311" sldId="2147483626"/>
        </pc:sldMkLst>
      </pc:sldChg>
      <pc:sldChg chg="add">
        <pc:chgData name="Alexander Kastil" userId="25853297-1418-4fc4-96ec-22f8bc83a64b" providerId="ADAL" clId="{B17EA56F-A8B5-4954-B011-50901DE9AA44}" dt="2025-10-04T05:47:11.487" v="6018"/>
        <pc:sldMkLst>
          <pc:docMk/>
          <pc:sldMk cId="675049497" sldId="2147483627"/>
        </pc:sldMkLst>
      </pc:sldChg>
      <pc:sldChg chg="addSp delSp modSp new del mod ord">
        <pc:chgData name="Alexander Kastil" userId="25853297-1418-4fc4-96ec-22f8bc83a64b" providerId="ADAL" clId="{B17EA56F-A8B5-4954-B011-50901DE9AA44}" dt="2025-10-04T05:46:56.530" v="6017" actId="2696"/>
        <pc:sldMkLst>
          <pc:docMk/>
          <pc:sldMk cId="3613685929" sldId="2147483627"/>
        </pc:sldMkLst>
      </pc:sldChg>
      <pc:sldChg chg="add del">
        <pc:chgData name="Alexander Kastil" userId="25853297-1418-4fc4-96ec-22f8bc83a64b" providerId="ADAL" clId="{B17EA56F-A8B5-4954-B011-50901DE9AA44}" dt="2025-10-04T05:47:32.791" v="6019" actId="2696"/>
        <pc:sldMkLst>
          <pc:docMk/>
          <pc:sldMk cId="2040067988" sldId="2147483628"/>
        </pc:sldMkLst>
      </pc:sldChg>
      <pc:sldChg chg="add">
        <pc:chgData name="Alexander Kastil" userId="25853297-1418-4fc4-96ec-22f8bc83a64b" providerId="ADAL" clId="{B17EA56F-A8B5-4954-B011-50901DE9AA44}" dt="2025-10-04T05:47:48.044" v="6020"/>
        <pc:sldMkLst>
          <pc:docMk/>
          <pc:sldMk cId="3206475846" sldId="2147483628"/>
        </pc:sldMkLst>
      </pc:sldChg>
      <pc:sldChg chg="addSp delSp modSp new del mod">
        <pc:chgData name="Alexander Kastil" userId="25853297-1418-4fc4-96ec-22f8bc83a64b" providerId="ADAL" clId="{B17EA56F-A8B5-4954-B011-50901DE9AA44}" dt="2025-10-04T05:46:56.530" v="6017" actId="2696"/>
        <pc:sldMkLst>
          <pc:docMk/>
          <pc:sldMk cId="3821372952" sldId="2147483628"/>
        </pc:sldMkLst>
      </pc:sldChg>
      <pc:sldChg chg="add del">
        <pc:chgData name="Alexander Kastil" userId="25853297-1418-4fc4-96ec-22f8bc83a64b" providerId="ADAL" clId="{B17EA56F-A8B5-4954-B011-50901DE9AA44}" dt="2025-10-09T04:13:02.825" v="9018" actId="47"/>
        <pc:sldMkLst>
          <pc:docMk/>
          <pc:sldMk cId="521628798" sldId="2147483629"/>
        </pc:sldMkLst>
      </pc:sldChg>
      <pc:sldChg chg="addSp delSp modSp new del mod modTransition modClrScheme chgLayout">
        <pc:chgData name="Alexander Kastil" userId="25853297-1418-4fc4-96ec-22f8bc83a64b" providerId="ADAL" clId="{B17EA56F-A8B5-4954-B011-50901DE9AA44}" dt="2025-10-04T05:46:56.530" v="6017" actId="2696"/>
        <pc:sldMkLst>
          <pc:docMk/>
          <pc:sldMk cId="589309747" sldId="2147483629"/>
        </pc:sldMkLst>
      </pc:sldChg>
      <pc:sldChg chg="add del">
        <pc:chgData name="Alexander Kastil" userId="25853297-1418-4fc4-96ec-22f8bc83a64b" providerId="ADAL" clId="{B17EA56F-A8B5-4954-B011-50901DE9AA44}" dt="2025-10-04T05:47:32.791" v="6019" actId="2696"/>
        <pc:sldMkLst>
          <pc:docMk/>
          <pc:sldMk cId="2203107978" sldId="2147483629"/>
        </pc:sldMkLst>
      </pc:sldChg>
      <pc:sldChg chg="add del">
        <pc:chgData name="Alexander Kastil" userId="25853297-1418-4fc4-96ec-22f8bc83a64b" providerId="ADAL" clId="{B17EA56F-A8B5-4954-B011-50901DE9AA44}" dt="2025-10-08T06:49:05.410" v="8192" actId="2696"/>
        <pc:sldMkLst>
          <pc:docMk/>
          <pc:sldMk cId="917881589" sldId="2147483630"/>
        </pc:sldMkLst>
      </pc:sldChg>
      <pc:sldChg chg="addSp delSp modSp new del mod ord">
        <pc:chgData name="Alexander Kastil" userId="25853297-1418-4fc4-96ec-22f8bc83a64b" providerId="ADAL" clId="{B17EA56F-A8B5-4954-B011-50901DE9AA44}" dt="2025-10-04T11:12:27.667" v="7301" actId="2696"/>
        <pc:sldMkLst>
          <pc:docMk/>
          <pc:sldMk cId="2902541427" sldId="2147483630"/>
        </pc:sldMkLst>
      </pc:sldChg>
      <pc:sldChg chg="add">
        <pc:chgData name="Alexander Kastil" userId="25853297-1418-4fc4-96ec-22f8bc83a64b" providerId="ADAL" clId="{B17EA56F-A8B5-4954-B011-50901DE9AA44}" dt="2025-10-08T06:49:33.192" v="8193"/>
        <pc:sldMkLst>
          <pc:docMk/>
          <pc:sldMk cId="3661501366" sldId="2147483630"/>
        </pc:sldMkLst>
      </pc:sldChg>
      <pc:sldChg chg="add del">
        <pc:chgData name="Alexander Kastil" userId="25853297-1418-4fc4-96ec-22f8bc83a64b" providerId="ADAL" clId="{B17EA56F-A8B5-4954-B011-50901DE9AA44}" dt="2025-10-07T11:35:42.506" v="8141" actId="2696"/>
        <pc:sldMkLst>
          <pc:docMk/>
          <pc:sldMk cId="4238196428" sldId="2147483630"/>
        </pc:sldMkLst>
      </pc:sldChg>
      <pc:sldChg chg="add del">
        <pc:chgData name="Alexander Kastil" userId="25853297-1418-4fc4-96ec-22f8bc83a64b" providerId="ADAL" clId="{B17EA56F-A8B5-4954-B011-50901DE9AA44}" dt="2025-10-07T11:35:42.506" v="8141" actId="2696"/>
        <pc:sldMkLst>
          <pc:docMk/>
          <pc:sldMk cId="1947483587" sldId="2147483631"/>
        </pc:sldMkLst>
      </pc:sldChg>
      <pc:sldChg chg="addSp delSp modSp new del mod">
        <pc:chgData name="Alexander Kastil" userId="25853297-1418-4fc4-96ec-22f8bc83a64b" providerId="ADAL" clId="{B17EA56F-A8B5-4954-B011-50901DE9AA44}" dt="2025-10-04T11:12:27.667" v="7301" actId="2696"/>
        <pc:sldMkLst>
          <pc:docMk/>
          <pc:sldMk cId="2419651557" sldId="2147483631"/>
        </pc:sldMkLst>
      </pc:sldChg>
      <pc:sldChg chg="add del">
        <pc:chgData name="Alexander Kastil" userId="25853297-1418-4fc4-96ec-22f8bc83a64b" providerId="ADAL" clId="{B17EA56F-A8B5-4954-B011-50901DE9AA44}" dt="2025-10-08T06:49:05.410" v="8192" actId="2696"/>
        <pc:sldMkLst>
          <pc:docMk/>
          <pc:sldMk cId="3095672960" sldId="2147483631"/>
        </pc:sldMkLst>
      </pc:sldChg>
      <pc:sldChg chg="add">
        <pc:chgData name="Alexander Kastil" userId="25853297-1418-4fc4-96ec-22f8bc83a64b" providerId="ADAL" clId="{B17EA56F-A8B5-4954-B011-50901DE9AA44}" dt="2025-10-08T06:49:33.192" v="8193"/>
        <pc:sldMkLst>
          <pc:docMk/>
          <pc:sldMk cId="3787246611" sldId="2147483631"/>
        </pc:sldMkLst>
      </pc:sldChg>
      <pc:sldChg chg="modSp add mod">
        <pc:chgData name="Alexander Kastil" userId="25853297-1418-4fc4-96ec-22f8bc83a64b" providerId="ADAL" clId="{B17EA56F-A8B5-4954-B011-50901DE9AA44}" dt="2025-10-09T04:20:49.736" v="9119"/>
        <pc:sldMkLst>
          <pc:docMk/>
          <pc:sldMk cId="3050901382" sldId="2147483632"/>
        </pc:sldMkLst>
        <pc:spChg chg="mod">
          <ac:chgData name="Alexander Kastil" userId="25853297-1418-4fc4-96ec-22f8bc83a64b" providerId="ADAL" clId="{B17EA56F-A8B5-4954-B011-50901DE9AA44}" dt="2025-10-09T04:20:49.736" v="9119"/>
          <ac:spMkLst>
            <pc:docMk/>
            <pc:sldMk cId="3050901382" sldId="2147483632"/>
            <ac:spMk id="2" creationId="{132B0B49-5199-2108-BE70-4B5E80D1C150}"/>
          </ac:spMkLst>
        </pc:spChg>
      </pc:sldChg>
      <pc:sldChg chg="addSp delSp modSp add del mod">
        <pc:chgData name="Alexander Kastil" userId="25853297-1418-4fc4-96ec-22f8bc83a64b" providerId="ADAL" clId="{B17EA56F-A8B5-4954-B011-50901DE9AA44}" dt="2025-10-09T04:21:00.580" v="9122" actId="47"/>
        <pc:sldMkLst>
          <pc:docMk/>
          <pc:sldMk cId="1061449316" sldId="2147483633"/>
        </pc:sldMkLst>
      </pc:sldChg>
      <pc:sldChg chg="add del">
        <pc:chgData name="Alexander Kastil" userId="25853297-1418-4fc4-96ec-22f8bc83a64b" providerId="ADAL" clId="{B17EA56F-A8B5-4954-B011-50901DE9AA44}" dt="2025-09-27T15:52:28.081" v="4546" actId="47"/>
        <pc:sldMkLst>
          <pc:docMk/>
          <pc:sldMk cId="3285815572" sldId="2147483634"/>
        </pc:sldMkLst>
      </pc:sldChg>
      <pc:sldChg chg="addSp delSp modSp new del mod">
        <pc:chgData name="Alexander Kastil" userId="25853297-1418-4fc4-96ec-22f8bc83a64b" providerId="ADAL" clId="{B17EA56F-A8B5-4954-B011-50901DE9AA44}" dt="2025-10-09T04:21:00.580" v="9122" actId="47"/>
        <pc:sldMkLst>
          <pc:docMk/>
          <pc:sldMk cId="3918660429" sldId="2147483634"/>
        </pc:sldMkLst>
      </pc:sldChg>
      <pc:sldChg chg="addSp delSp modSp new del mod">
        <pc:chgData name="Alexander Kastil" userId="25853297-1418-4fc4-96ec-22f8bc83a64b" providerId="ADAL" clId="{B17EA56F-A8B5-4954-B011-50901DE9AA44}" dt="2025-10-09T04:20:56.666" v="9121" actId="47"/>
        <pc:sldMkLst>
          <pc:docMk/>
          <pc:sldMk cId="3230602998" sldId="2147483635"/>
        </pc:sldMkLst>
      </pc:sldChg>
      <pc:sldChg chg="add">
        <pc:chgData name="Alexander Kastil" userId="25853297-1418-4fc4-96ec-22f8bc83a64b" providerId="ADAL" clId="{B17EA56F-A8B5-4954-B011-50901DE9AA44}" dt="2025-09-27T16:02:17.526" v="4556"/>
        <pc:sldMkLst>
          <pc:docMk/>
          <pc:sldMk cId="288039860" sldId="2147483636"/>
        </pc:sldMkLst>
      </pc:sldChg>
      <pc:sldChg chg="addSp delSp modSp add mod modClrScheme chgLayout">
        <pc:chgData name="Alexander Kastil" userId="25853297-1418-4fc4-96ec-22f8bc83a64b" providerId="ADAL" clId="{B17EA56F-A8B5-4954-B011-50901DE9AA44}" dt="2025-09-27T16:02:35.857" v="4565" actId="478"/>
        <pc:sldMkLst>
          <pc:docMk/>
          <pc:sldMk cId="157741582" sldId="2147483637"/>
        </pc:sldMkLst>
        <pc:spChg chg="mod ord">
          <ac:chgData name="Alexander Kastil" userId="25853297-1418-4fc4-96ec-22f8bc83a64b" providerId="ADAL" clId="{B17EA56F-A8B5-4954-B011-50901DE9AA44}" dt="2025-09-27T16:02:25.477" v="4562" actId="27636"/>
          <ac:spMkLst>
            <pc:docMk/>
            <pc:sldMk cId="157741582" sldId="2147483637"/>
            <ac:spMk id="3" creationId="{33034551-216D-E6C0-D8D5-1B9B77B298BD}"/>
          </ac:spMkLst>
        </pc:spChg>
        <pc:spChg chg="mod ord">
          <ac:chgData name="Alexander Kastil" userId="25853297-1418-4fc4-96ec-22f8bc83a64b" providerId="ADAL" clId="{B17EA56F-A8B5-4954-B011-50901DE9AA44}" dt="2025-09-27T16:02:25.469" v="4561" actId="700"/>
          <ac:spMkLst>
            <pc:docMk/>
            <pc:sldMk cId="157741582" sldId="2147483637"/>
            <ac:spMk id="4" creationId="{4B4A87BD-AC07-E2E2-6F42-1D93A3D7F445}"/>
          </ac:spMkLst>
        </pc:spChg>
        <pc:picChg chg="mod">
          <ac:chgData name="Alexander Kastil" userId="25853297-1418-4fc4-96ec-22f8bc83a64b" providerId="ADAL" clId="{B17EA56F-A8B5-4954-B011-50901DE9AA44}" dt="2025-09-27T16:02:31.626" v="4564" actId="1076"/>
          <ac:picMkLst>
            <pc:docMk/>
            <pc:sldMk cId="157741582" sldId="2147483637"/>
            <ac:picMk id="6" creationId="{566EC93B-F4FD-5AD7-84FA-4E0E5EF0F66D}"/>
          </ac:picMkLst>
        </pc:picChg>
      </pc:sldChg>
      <pc:sldChg chg="addSp delSp modSp add mod modClrScheme chgLayout">
        <pc:chgData name="Alexander Kastil" userId="25853297-1418-4fc4-96ec-22f8bc83a64b" providerId="ADAL" clId="{B17EA56F-A8B5-4954-B011-50901DE9AA44}" dt="2025-09-27T16:03:17.729" v="4590" actId="20577"/>
        <pc:sldMkLst>
          <pc:docMk/>
          <pc:sldMk cId="1233518093" sldId="2147483638"/>
        </pc:sldMkLst>
        <pc:spChg chg="add mod ord">
          <ac:chgData name="Alexander Kastil" userId="25853297-1418-4fc4-96ec-22f8bc83a64b" providerId="ADAL" clId="{B17EA56F-A8B5-4954-B011-50901DE9AA44}" dt="2025-09-27T16:03:17.729" v="4590" actId="20577"/>
          <ac:spMkLst>
            <pc:docMk/>
            <pc:sldMk cId="1233518093" sldId="2147483638"/>
            <ac:spMk id="2" creationId="{9AE8E180-ABC6-9091-0950-72004137F257}"/>
          </ac:spMkLst>
        </pc:spChg>
        <pc:spChg chg="mod ord">
          <ac:chgData name="Alexander Kastil" userId="25853297-1418-4fc4-96ec-22f8bc83a64b" providerId="ADAL" clId="{B17EA56F-A8B5-4954-B011-50901DE9AA44}" dt="2025-09-27T16:02:59.581" v="4568" actId="700"/>
          <ac:spMkLst>
            <pc:docMk/>
            <pc:sldMk cId="1233518093" sldId="2147483638"/>
            <ac:spMk id="4" creationId="{EB44F92E-4371-3427-120A-F842B12FA822}"/>
          </ac:spMkLst>
        </pc:spChg>
        <pc:picChg chg="mod">
          <ac:chgData name="Alexander Kastil" userId="25853297-1418-4fc4-96ec-22f8bc83a64b" providerId="ADAL" clId="{B17EA56F-A8B5-4954-B011-50901DE9AA44}" dt="2025-09-27T16:03:06.024" v="4570" actId="1076"/>
          <ac:picMkLst>
            <pc:docMk/>
            <pc:sldMk cId="1233518093" sldId="2147483638"/>
            <ac:picMk id="9" creationId="{0CC97D24-56F3-FECA-4AC3-413442296288}"/>
          </ac:picMkLst>
        </pc:picChg>
      </pc:sldChg>
      <pc:sldChg chg="delSp modSp add del mod chgLayout">
        <pc:chgData name="Alexander Kastil" userId="25853297-1418-4fc4-96ec-22f8bc83a64b" providerId="ADAL" clId="{B17EA56F-A8B5-4954-B011-50901DE9AA44}" dt="2025-10-09T04:13:32.830" v="9019" actId="2696"/>
        <pc:sldMkLst>
          <pc:docMk/>
          <pc:sldMk cId="13602282" sldId="2147483639"/>
        </pc:sldMkLst>
      </pc:sldChg>
      <pc:sldChg chg="add">
        <pc:chgData name="Alexander Kastil" userId="25853297-1418-4fc4-96ec-22f8bc83a64b" providerId="ADAL" clId="{B17EA56F-A8B5-4954-B011-50901DE9AA44}" dt="2025-10-09T04:13:40.385" v="9021"/>
        <pc:sldMkLst>
          <pc:docMk/>
          <pc:sldMk cId="1483594031" sldId="2147483639"/>
        </pc:sldMkLst>
      </pc:sldChg>
      <pc:sldChg chg="addSp delSp modSp new mod modClrScheme chgLayout">
        <pc:chgData name="Alexander Kastil" userId="25853297-1418-4fc4-96ec-22f8bc83a64b" providerId="ADAL" clId="{B17EA56F-A8B5-4954-B011-50901DE9AA44}" dt="2025-10-03T06:33:45.386" v="4798" actId="14"/>
        <pc:sldMkLst>
          <pc:docMk/>
          <pc:sldMk cId="1790212017" sldId="2147483640"/>
        </pc:sldMkLst>
        <pc:spChg chg="add mod ord">
          <ac:chgData name="Alexander Kastil" userId="25853297-1418-4fc4-96ec-22f8bc83a64b" providerId="ADAL" clId="{B17EA56F-A8B5-4954-B011-50901DE9AA44}" dt="2025-10-03T06:32:03.637" v="4775"/>
          <ac:spMkLst>
            <pc:docMk/>
            <pc:sldMk cId="1790212017" sldId="2147483640"/>
            <ac:spMk id="4" creationId="{5B8A4CEE-1A92-EE07-A202-96056ACAE67C}"/>
          </ac:spMkLst>
        </pc:spChg>
        <pc:spChg chg="add mod ord">
          <ac:chgData name="Alexander Kastil" userId="25853297-1418-4fc4-96ec-22f8bc83a64b" providerId="ADAL" clId="{B17EA56F-A8B5-4954-B011-50901DE9AA44}" dt="2025-10-03T06:33:45.386" v="4798" actId="14"/>
          <ac:spMkLst>
            <pc:docMk/>
            <pc:sldMk cId="1790212017" sldId="2147483640"/>
            <ac:spMk id="5" creationId="{4972A67E-5B05-FD4D-F7AB-B171F53444E2}"/>
          </ac:spMkLst>
        </pc:spChg>
        <pc:picChg chg="add mod ord">
          <ac:chgData name="Alexander Kastil" userId="25853297-1418-4fc4-96ec-22f8bc83a64b" providerId="ADAL" clId="{B17EA56F-A8B5-4954-B011-50901DE9AA44}" dt="2025-10-03T06:31:32.204" v="4774" actId="22"/>
          <ac:picMkLst>
            <pc:docMk/>
            <pc:sldMk cId="1790212017" sldId="2147483640"/>
            <ac:picMk id="8" creationId="{8D48BEBA-4F92-1309-37D4-ADE7F4EF7DFD}"/>
          </ac:picMkLst>
        </pc:picChg>
      </pc:sldChg>
      <pc:sldChg chg="modSp add mod">
        <pc:chgData name="Alexander Kastil" userId="25853297-1418-4fc4-96ec-22f8bc83a64b" providerId="ADAL" clId="{B17EA56F-A8B5-4954-B011-50901DE9AA44}" dt="2025-10-03T06:43:42.897" v="4833" actId="20577"/>
        <pc:sldMkLst>
          <pc:docMk/>
          <pc:sldMk cId="1890049783" sldId="2147483641"/>
        </pc:sldMkLst>
        <pc:spChg chg="mod">
          <ac:chgData name="Alexander Kastil" userId="25853297-1418-4fc4-96ec-22f8bc83a64b" providerId="ADAL" clId="{B17EA56F-A8B5-4954-B011-50901DE9AA44}" dt="2025-10-03T06:43:42.897" v="4833" actId="20577"/>
          <ac:spMkLst>
            <pc:docMk/>
            <pc:sldMk cId="1890049783" sldId="2147483641"/>
            <ac:spMk id="2" creationId="{7596598E-F192-70E8-FFB0-C868AB2CE089}"/>
          </ac:spMkLst>
        </pc:spChg>
      </pc:sldChg>
      <pc:sldChg chg="addSp delSp modSp new del mod">
        <pc:chgData name="Alexander Kastil" userId="25853297-1418-4fc4-96ec-22f8bc83a64b" providerId="ADAL" clId="{B17EA56F-A8B5-4954-B011-50901DE9AA44}" dt="2025-10-03T07:52:16.560" v="5284" actId="47"/>
        <pc:sldMkLst>
          <pc:docMk/>
          <pc:sldMk cId="620741263" sldId="2147483642"/>
        </pc:sldMkLst>
      </pc:sldChg>
      <pc:sldChg chg="addSp delSp modSp new mod">
        <pc:chgData name="Alexander Kastil" userId="25853297-1418-4fc4-96ec-22f8bc83a64b" providerId="ADAL" clId="{B17EA56F-A8B5-4954-B011-50901DE9AA44}" dt="2025-10-03T07:54:55.451" v="5535" actId="2710"/>
        <pc:sldMkLst>
          <pc:docMk/>
          <pc:sldMk cId="2154062449" sldId="2147483643"/>
        </pc:sldMkLst>
        <pc:spChg chg="mod">
          <ac:chgData name="Alexander Kastil" userId="25853297-1418-4fc4-96ec-22f8bc83a64b" providerId="ADAL" clId="{B17EA56F-A8B5-4954-B011-50901DE9AA44}" dt="2025-10-03T07:38:49.641" v="5174" actId="20577"/>
          <ac:spMkLst>
            <pc:docMk/>
            <pc:sldMk cId="2154062449" sldId="2147483643"/>
            <ac:spMk id="2" creationId="{FF17A458-073F-F283-B5EA-5DB92E5C4A84}"/>
          </ac:spMkLst>
        </pc:spChg>
        <pc:spChg chg="mod">
          <ac:chgData name="Alexander Kastil" userId="25853297-1418-4fc4-96ec-22f8bc83a64b" providerId="ADAL" clId="{B17EA56F-A8B5-4954-B011-50901DE9AA44}" dt="2025-10-03T07:54:55.451" v="5535" actId="2710"/>
          <ac:spMkLst>
            <pc:docMk/>
            <pc:sldMk cId="2154062449" sldId="2147483643"/>
            <ac:spMk id="3" creationId="{DE24E606-9C3D-315C-ED5E-4A7BCEE15057}"/>
          </ac:spMkLst>
        </pc:spChg>
        <pc:picChg chg="add mod ord">
          <ac:chgData name="Alexander Kastil" userId="25853297-1418-4fc4-96ec-22f8bc83a64b" providerId="ADAL" clId="{B17EA56F-A8B5-4954-B011-50901DE9AA44}" dt="2025-10-03T07:37:50.354" v="5111" actId="22"/>
          <ac:picMkLst>
            <pc:docMk/>
            <pc:sldMk cId="2154062449" sldId="2147483643"/>
            <ac:picMk id="6" creationId="{24E5D0B3-4AC8-C02B-A771-93F35FCFF67B}"/>
          </ac:picMkLst>
        </pc:picChg>
      </pc:sldChg>
      <pc:sldChg chg="addSp delSp modSp new mod">
        <pc:chgData name="Alexander Kastil" userId="25853297-1418-4fc4-96ec-22f8bc83a64b" providerId="ADAL" clId="{B17EA56F-A8B5-4954-B011-50901DE9AA44}" dt="2025-10-03T07:42:43.342" v="5205" actId="27636"/>
        <pc:sldMkLst>
          <pc:docMk/>
          <pc:sldMk cId="2395855042" sldId="2147483644"/>
        </pc:sldMkLst>
        <pc:spChg chg="mod">
          <ac:chgData name="Alexander Kastil" userId="25853297-1418-4fc4-96ec-22f8bc83a64b" providerId="ADAL" clId="{B17EA56F-A8B5-4954-B011-50901DE9AA44}" dt="2025-10-03T07:38:31.201" v="5133" actId="20577"/>
          <ac:spMkLst>
            <pc:docMk/>
            <pc:sldMk cId="2395855042" sldId="2147483644"/>
            <ac:spMk id="2" creationId="{AB20192C-0BCA-F075-A221-58B7F8478B34}"/>
          </ac:spMkLst>
        </pc:spChg>
        <pc:spChg chg="mod">
          <ac:chgData name="Alexander Kastil" userId="25853297-1418-4fc4-96ec-22f8bc83a64b" providerId="ADAL" clId="{B17EA56F-A8B5-4954-B011-50901DE9AA44}" dt="2025-10-03T07:42:43.342" v="5205" actId="27636"/>
          <ac:spMkLst>
            <pc:docMk/>
            <pc:sldMk cId="2395855042" sldId="2147483644"/>
            <ac:spMk id="3" creationId="{D76031A1-B031-262E-8CFC-473E524A4D43}"/>
          </ac:spMkLst>
        </pc:spChg>
        <pc:picChg chg="add mod ord">
          <ac:chgData name="Alexander Kastil" userId="25853297-1418-4fc4-96ec-22f8bc83a64b" providerId="ADAL" clId="{B17EA56F-A8B5-4954-B011-50901DE9AA44}" dt="2025-10-03T07:39:04.589" v="5177" actId="22"/>
          <ac:picMkLst>
            <pc:docMk/>
            <pc:sldMk cId="2395855042" sldId="2147483644"/>
            <ac:picMk id="8" creationId="{F226C238-1313-6167-032D-6C0C77118FF7}"/>
          </ac:picMkLst>
        </pc:picChg>
      </pc:sldChg>
      <pc:sldChg chg="addSp delSp modSp new mod modClrScheme chgLayout">
        <pc:chgData name="Alexander Kastil" userId="25853297-1418-4fc4-96ec-22f8bc83a64b" providerId="ADAL" clId="{B17EA56F-A8B5-4954-B011-50901DE9AA44}" dt="2025-10-03T07:50:20.081" v="5283" actId="20577"/>
        <pc:sldMkLst>
          <pc:docMk/>
          <pc:sldMk cId="3201238829" sldId="2147483645"/>
        </pc:sldMkLst>
        <pc:spChg chg="mod ord">
          <ac:chgData name="Alexander Kastil" userId="25853297-1418-4fc4-96ec-22f8bc83a64b" providerId="ADAL" clId="{B17EA56F-A8B5-4954-B011-50901DE9AA44}" dt="2025-10-03T07:45:00.141" v="5235" actId="700"/>
          <ac:spMkLst>
            <pc:docMk/>
            <pc:sldMk cId="3201238829" sldId="2147483645"/>
            <ac:spMk id="2" creationId="{7EF11B4E-22D5-5098-B530-12795776CC43}"/>
          </ac:spMkLst>
        </pc:spChg>
        <pc:spChg chg="add mod ord">
          <ac:chgData name="Alexander Kastil" userId="25853297-1418-4fc4-96ec-22f8bc83a64b" providerId="ADAL" clId="{B17EA56F-A8B5-4954-B011-50901DE9AA44}" dt="2025-10-03T07:50:20.081" v="5283" actId="20577"/>
          <ac:spMkLst>
            <pc:docMk/>
            <pc:sldMk cId="3201238829" sldId="2147483645"/>
            <ac:spMk id="6" creationId="{7EEE6577-171A-E1BE-E354-7743B2D61644}"/>
          </ac:spMkLst>
        </pc:spChg>
        <pc:spChg chg="add del mod ord">
          <ac:chgData name="Alexander Kastil" userId="25853297-1418-4fc4-96ec-22f8bc83a64b" providerId="ADAL" clId="{B17EA56F-A8B5-4954-B011-50901DE9AA44}" dt="2025-10-03T07:49:54.993" v="5281" actId="12"/>
          <ac:spMkLst>
            <pc:docMk/>
            <pc:sldMk cId="3201238829" sldId="2147483645"/>
            <ac:spMk id="7" creationId="{DA251EB1-C6B5-CD57-C405-6692DB1C0EC1}"/>
          </ac:spMkLst>
        </pc:spChg>
      </pc:sldChg>
      <pc:sldChg chg="addSp delSp modSp new mod modClrScheme chgLayout">
        <pc:chgData name="Alexander Kastil" userId="25853297-1418-4fc4-96ec-22f8bc83a64b" providerId="ADAL" clId="{B17EA56F-A8B5-4954-B011-50901DE9AA44}" dt="2025-10-03T18:08:17.090" v="5628" actId="22"/>
        <pc:sldMkLst>
          <pc:docMk/>
          <pc:sldMk cId="547812813" sldId="2147483646"/>
        </pc:sldMkLst>
        <pc:spChg chg="mod ord">
          <ac:chgData name="Alexander Kastil" userId="25853297-1418-4fc4-96ec-22f8bc83a64b" providerId="ADAL" clId="{B17EA56F-A8B5-4954-B011-50901DE9AA44}" dt="2025-10-03T17:59:54.297" v="5590" actId="27636"/>
          <ac:spMkLst>
            <pc:docMk/>
            <pc:sldMk cId="547812813" sldId="2147483646"/>
            <ac:spMk id="3" creationId="{50F5358D-AA36-8D05-3F49-90D06F8CA2C5}"/>
          </ac:spMkLst>
        </pc:spChg>
        <pc:spChg chg="add mod ord">
          <ac:chgData name="Alexander Kastil" userId="25853297-1418-4fc4-96ec-22f8bc83a64b" providerId="ADAL" clId="{B17EA56F-A8B5-4954-B011-50901DE9AA44}" dt="2025-10-03T18:06:54.866" v="5627"/>
          <ac:spMkLst>
            <pc:docMk/>
            <pc:sldMk cId="547812813" sldId="2147483646"/>
            <ac:spMk id="4" creationId="{F902BFE3-CAF9-DA4B-AD13-6770795F4863}"/>
          </ac:spMkLst>
        </pc:spChg>
        <pc:picChg chg="add mod ord">
          <ac:chgData name="Alexander Kastil" userId="25853297-1418-4fc4-96ec-22f8bc83a64b" providerId="ADAL" clId="{B17EA56F-A8B5-4954-B011-50901DE9AA44}" dt="2025-10-03T18:08:17.090" v="5628" actId="22"/>
          <ac:picMkLst>
            <pc:docMk/>
            <pc:sldMk cId="547812813" sldId="2147483646"/>
            <ac:picMk id="7" creationId="{6461D137-DC74-3EB8-70C6-DC2B78051030}"/>
          </ac:picMkLst>
        </pc:picChg>
      </pc:sldChg>
      <pc:sldChg chg="delSp new del mod">
        <pc:chgData name="Alexander Kastil" userId="25853297-1418-4fc4-96ec-22f8bc83a64b" providerId="ADAL" clId="{B17EA56F-A8B5-4954-B011-50901DE9AA44}" dt="2025-10-03T10:36:43.669" v="5568" actId="47"/>
        <pc:sldMkLst>
          <pc:docMk/>
          <pc:sldMk cId="3617302539" sldId="2147483646"/>
        </pc:sldMkLst>
      </pc:sldChg>
      <pc:sldChg chg="add">
        <pc:chgData name="Alexander Kastil" userId="25853297-1418-4fc4-96ec-22f8bc83a64b" providerId="ADAL" clId="{B17EA56F-A8B5-4954-B011-50901DE9AA44}" dt="2025-10-04T05:46:09.240" v="6016"/>
        <pc:sldMkLst>
          <pc:docMk/>
          <pc:sldMk cId="1320582298" sldId="2147483647"/>
        </pc:sldMkLst>
      </pc:sldChg>
      <pc:sldChg chg="addSp delSp modSp new del mod">
        <pc:chgData name="Alexander Kastil" userId="25853297-1418-4fc4-96ec-22f8bc83a64b" providerId="ADAL" clId="{B17EA56F-A8B5-4954-B011-50901DE9AA44}" dt="2025-10-04T05:45:57.147" v="6015" actId="2696"/>
        <pc:sldMkLst>
          <pc:docMk/>
          <pc:sldMk cId="2890841222" sldId="2147483647"/>
        </pc:sldMkLst>
      </pc:sldChg>
      <pc:sldMasterChg chg="addSp delSp mod addSldLayout delSldLayout">
        <pc:chgData name="Alexander Kastil" userId="25853297-1418-4fc4-96ec-22f8bc83a64b" providerId="ADAL" clId="{B17EA56F-A8B5-4954-B011-50901DE9AA44}" dt="2025-10-09T07:00:40.944" v="9375" actId="47"/>
        <pc:sldMasterMkLst>
          <pc:docMk/>
          <pc:sldMasterMk cId="3874831218" sldId="2147483931"/>
        </pc:sldMasterMkLst>
        <pc:spChg chg="add del">
          <ac:chgData name="Alexander Kastil" userId="25853297-1418-4fc4-96ec-22f8bc83a64b" providerId="ADAL" clId="{B17EA56F-A8B5-4954-B011-50901DE9AA44}" dt="2025-10-04T18:22:16.796" v="7975" actId="478"/>
          <ac:spMkLst>
            <pc:docMk/>
            <pc:sldMasterMk cId="3874831218" sldId="2147483931"/>
            <ac:spMk id="12" creationId="{1A14E1F7-F00B-4378-A49F-4FCBAF30404E}"/>
          </ac:spMkLst>
        </pc:spChg>
        <pc:sldLayoutChg chg="del">
          <pc:chgData name="Alexander Kastil" userId="25853297-1418-4fc4-96ec-22f8bc83a64b" providerId="ADAL" clId="{B17EA56F-A8B5-4954-B011-50901DE9AA44}" dt="2025-09-16T09:07:30.858" v="903" actId="47"/>
          <pc:sldLayoutMkLst>
            <pc:docMk/>
            <pc:sldMasterMk cId="3874831218" sldId="2147483931"/>
            <pc:sldLayoutMk cId="4229385930" sldId="2147483946"/>
          </pc:sldLayoutMkLst>
        </pc:sldLayoutChg>
        <pc:sldLayoutChg chg="del">
          <pc:chgData name="Alexander Kastil" userId="25853297-1418-4fc4-96ec-22f8bc83a64b" providerId="ADAL" clId="{B17EA56F-A8B5-4954-B011-50901DE9AA44}" dt="2025-09-14T18:24:26.274" v="399" actId="47"/>
          <pc:sldLayoutMkLst>
            <pc:docMk/>
            <pc:sldMasterMk cId="3874831218" sldId="2147483931"/>
            <pc:sldLayoutMk cId="921678799" sldId="2147483947"/>
          </pc:sldLayoutMkLst>
        </pc:sldLayoutChg>
        <pc:sldLayoutChg chg="del">
          <pc:chgData name="Alexander Kastil" userId="25853297-1418-4fc4-96ec-22f8bc83a64b" providerId="ADAL" clId="{B17EA56F-A8B5-4954-B011-50901DE9AA44}" dt="2025-09-14T18:37:32.993" v="443" actId="47"/>
          <pc:sldLayoutMkLst>
            <pc:docMk/>
            <pc:sldMasterMk cId="3874831218" sldId="2147483931"/>
            <pc:sldLayoutMk cId="2070097745" sldId="2147483948"/>
          </pc:sldLayoutMkLst>
        </pc:sldLayoutChg>
        <pc:sldLayoutChg chg="del">
          <pc:chgData name="Alexander Kastil" userId="25853297-1418-4fc4-96ec-22f8bc83a64b" providerId="ADAL" clId="{B17EA56F-A8B5-4954-B011-50901DE9AA44}" dt="2025-09-14T18:38:18.193" v="446" actId="47"/>
          <pc:sldLayoutMkLst>
            <pc:docMk/>
            <pc:sldMasterMk cId="3874831218" sldId="2147483931"/>
            <pc:sldLayoutMk cId="3751135510" sldId="2147483949"/>
          </pc:sldLayoutMkLst>
        </pc:sldLayoutChg>
        <pc:sldLayoutChg chg="del">
          <pc:chgData name="Alexander Kastil" userId="25853297-1418-4fc4-96ec-22f8bc83a64b" providerId="ADAL" clId="{B17EA56F-A8B5-4954-B011-50901DE9AA44}" dt="2025-09-17T07:18:45.172" v="1993" actId="47"/>
          <pc:sldLayoutMkLst>
            <pc:docMk/>
            <pc:sldMasterMk cId="3874831218" sldId="2147483931"/>
            <pc:sldLayoutMk cId="2900085992" sldId="2147483950"/>
          </pc:sldLayoutMkLst>
        </pc:sldLayoutChg>
        <pc:sldLayoutChg chg="del">
          <pc:chgData name="Alexander Kastil" userId="25853297-1418-4fc4-96ec-22f8bc83a64b" providerId="ADAL" clId="{B17EA56F-A8B5-4954-B011-50901DE9AA44}" dt="2025-09-16T09:06:44.295" v="897" actId="47"/>
          <pc:sldLayoutMkLst>
            <pc:docMk/>
            <pc:sldMasterMk cId="3874831218" sldId="2147483931"/>
            <pc:sldLayoutMk cId="3915777845" sldId="2147483950"/>
          </pc:sldLayoutMkLst>
        </pc:sldLayoutChg>
        <pc:sldLayoutChg chg="add del">
          <pc:chgData name="Alexander Kastil" userId="25853297-1418-4fc4-96ec-22f8bc83a64b" providerId="ADAL" clId="{B17EA56F-A8B5-4954-B011-50901DE9AA44}" dt="2025-09-14T18:27:20.185" v="407" actId="47"/>
          <pc:sldLayoutMkLst>
            <pc:docMk/>
            <pc:sldMasterMk cId="3874831218" sldId="2147483931"/>
            <pc:sldLayoutMk cId="2314891399" sldId="2147483951"/>
          </pc:sldLayoutMkLst>
        </pc:sldLayoutChg>
        <pc:sldLayoutChg chg="add del">
          <pc:chgData name="Alexander Kastil" userId="25853297-1418-4fc4-96ec-22f8bc83a64b" providerId="ADAL" clId="{B17EA56F-A8B5-4954-B011-50901DE9AA44}" dt="2025-10-04T05:46:56.530" v="6017" actId="2696"/>
          <pc:sldLayoutMkLst>
            <pc:docMk/>
            <pc:sldMasterMk cId="3874831218" sldId="2147483931"/>
            <pc:sldLayoutMk cId="4187817627" sldId="2147483954"/>
          </pc:sldLayoutMkLst>
        </pc:sldLayoutChg>
        <pc:sldLayoutChg chg="add del">
          <pc:chgData name="Alexander Kastil" userId="25853297-1418-4fc4-96ec-22f8bc83a64b" providerId="ADAL" clId="{B17EA56F-A8B5-4954-B011-50901DE9AA44}" dt="2025-10-04T05:46:56.530" v="6017" actId="2696"/>
          <pc:sldLayoutMkLst>
            <pc:docMk/>
            <pc:sldMasterMk cId="3874831218" sldId="2147483931"/>
            <pc:sldLayoutMk cId="3295285426" sldId="2147483955"/>
          </pc:sldLayoutMkLst>
        </pc:sldLayoutChg>
        <pc:sldLayoutChg chg="del">
          <pc:chgData name="Alexander Kastil" userId="25853297-1418-4fc4-96ec-22f8bc83a64b" providerId="ADAL" clId="{B17EA56F-A8B5-4954-B011-50901DE9AA44}" dt="2025-09-27T10:10:43.382" v="3851" actId="47"/>
          <pc:sldLayoutMkLst>
            <pc:docMk/>
            <pc:sldMasterMk cId="3874831218" sldId="2147483931"/>
            <pc:sldLayoutMk cId="2387599373" sldId="2147483956"/>
          </pc:sldLayoutMkLst>
        </pc:sldLayoutChg>
        <pc:sldLayoutChg chg="del">
          <pc:chgData name="Alexander Kastil" userId="25853297-1418-4fc4-96ec-22f8bc83a64b" providerId="ADAL" clId="{B17EA56F-A8B5-4954-B011-50901DE9AA44}" dt="2025-09-27T10:14:15.910" v="3923" actId="47"/>
          <pc:sldLayoutMkLst>
            <pc:docMk/>
            <pc:sldMasterMk cId="3874831218" sldId="2147483931"/>
            <pc:sldLayoutMk cId="3051908289" sldId="2147483958"/>
          </pc:sldLayoutMkLst>
        </pc:sldLayoutChg>
        <pc:sldLayoutChg chg="del">
          <pc:chgData name="Alexander Kastil" userId="25853297-1418-4fc4-96ec-22f8bc83a64b" providerId="ADAL" clId="{B17EA56F-A8B5-4954-B011-50901DE9AA44}" dt="2025-10-09T07:00:40.944" v="9375" actId="47"/>
          <pc:sldLayoutMkLst>
            <pc:docMk/>
            <pc:sldMasterMk cId="3874831218" sldId="2147483931"/>
            <pc:sldLayoutMk cId="957264661" sldId="2147483963"/>
          </pc:sldLayoutMkLst>
        </pc:sldLayoutChg>
        <pc:sldLayoutChg chg="del">
          <pc:chgData name="Alexander Kastil" userId="25853297-1418-4fc4-96ec-22f8bc83a64b" providerId="ADAL" clId="{B17EA56F-A8B5-4954-B011-50901DE9AA44}" dt="2025-10-04T05:37:56.806" v="5841" actId="47"/>
          <pc:sldLayoutMkLst>
            <pc:docMk/>
            <pc:sldMasterMk cId="3874831218" sldId="2147483931"/>
            <pc:sldLayoutMk cId="1387257478" sldId="2147483963"/>
          </pc:sldLayoutMkLst>
        </pc:sldLayoutChg>
      </pc:sldMasterChg>
      <pc:sldMasterChg chg="new mod addSldLayout modSldLayout">
        <pc:chgData name="Alexander Kastil" userId="25853297-1418-4fc4-96ec-22f8bc83a64b" providerId="ADAL" clId="{B17EA56F-A8B5-4954-B011-50901DE9AA44}" dt="2025-10-04T18:23:06.922" v="7981" actId="478"/>
        <pc:sldMasterMkLst>
          <pc:docMk/>
          <pc:sldMasterMk cId="1557172778" sldId="2147483965"/>
        </pc:sldMasterMkLst>
        <pc:sldLayoutChg chg="delSp new mod replId">
          <pc:chgData name="Alexander Kastil" userId="25853297-1418-4fc4-96ec-22f8bc83a64b" providerId="ADAL" clId="{B17EA56F-A8B5-4954-B011-50901DE9AA44}" dt="2025-10-04T18:23:06.922" v="7981" actId="478"/>
          <pc:sldLayoutMkLst>
            <pc:docMk/>
            <pc:sldMasterMk cId="1557172778" sldId="2147483965"/>
            <pc:sldLayoutMk cId="2024409069" sldId="2147483966"/>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1836145744" sldId="2147483967"/>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502191402" sldId="2147483968"/>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2301424805" sldId="2147483969"/>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3192595085" sldId="2147483970"/>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3168835285" sldId="2147483971"/>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996260860" sldId="2147483972"/>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660172931" sldId="2147483973"/>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1508208960" sldId="2147483974"/>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4034356919" sldId="2147483975"/>
          </pc:sldLayoutMkLst>
        </pc:sldLayoutChg>
        <pc:sldLayoutChg chg="new replId">
          <pc:chgData name="Alexander Kastil" userId="25853297-1418-4fc4-96ec-22f8bc83a64b" providerId="ADAL" clId="{B17EA56F-A8B5-4954-B011-50901DE9AA44}" dt="2025-10-04T18:22:37.708" v="7976" actId="6938"/>
          <pc:sldLayoutMkLst>
            <pc:docMk/>
            <pc:sldMasterMk cId="1557172778" sldId="2147483965"/>
            <pc:sldLayoutMk cId="3212031804" sldId="2147483976"/>
          </pc:sldLayoutMkLst>
        </pc:sldLayoutChg>
      </pc:sldMasterChg>
    </pc:docChg>
  </pc:docChgLst>
  <pc:docChgLst>
    <pc:chgData name="Alexander Kastil" userId="25853297-1418-4fc4-96ec-22f8bc83a64b" providerId="ADAL" clId="{B324020E-2767-F04E-BC09-A8765A537A97}"/>
    <pc:docChg chg="delSld modSld sldOrd">
      <pc:chgData name="Alexander Kastil" userId="25853297-1418-4fc4-96ec-22f8bc83a64b" providerId="ADAL" clId="{B324020E-2767-F04E-BC09-A8765A537A97}" dt="2024-04-28T20:26:03.977" v="16" actId="22"/>
      <pc:docMkLst>
        <pc:docMk/>
      </pc:docMkLst>
      <pc:sldChg chg="ord">
        <pc:chgData name="Alexander Kastil" userId="25853297-1418-4fc4-96ec-22f8bc83a64b" providerId="ADAL" clId="{B324020E-2767-F04E-BC09-A8765A537A97}" dt="2024-04-28T08:42:28.408" v="0" actId="1076"/>
        <pc:sldMkLst>
          <pc:docMk/>
          <pc:sldMk cId="1329572782" sldId="353"/>
        </pc:sldMkLst>
      </pc:sldChg>
      <pc:sldChg chg="modSp del">
        <pc:chgData name="Alexander Kastil" userId="25853297-1418-4fc4-96ec-22f8bc83a64b" providerId="ADAL" clId="{B324020E-2767-F04E-BC09-A8765A537A97}" dt="2024-04-28T08:43:17.467" v="4" actId="2696"/>
        <pc:sldMkLst>
          <pc:docMk/>
          <pc:sldMk cId="3139570228" sldId="355"/>
        </pc:sldMkLst>
      </pc:sldChg>
      <pc:sldChg chg="ord">
        <pc:chgData name="Alexander Kastil" userId="25853297-1418-4fc4-96ec-22f8bc83a64b" providerId="ADAL" clId="{B324020E-2767-F04E-BC09-A8765A537A97}" dt="2024-04-28T08:43:10.538" v="3" actId="1076"/>
        <pc:sldMkLst>
          <pc:docMk/>
          <pc:sldMk cId="3629272225" sldId="8457"/>
        </pc:sldMkLst>
      </pc:sldChg>
      <pc:sldChg chg="modSp">
        <pc:chgData name="Alexander Kastil" userId="25853297-1418-4fc4-96ec-22f8bc83a64b" providerId="ADAL" clId="{B324020E-2767-F04E-BC09-A8765A537A97}" dt="2024-04-28T20:26:03.977" v="16" actId="22"/>
        <pc:sldMkLst>
          <pc:docMk/>
          <pc:sldMk cId="2495904611" sldId="8468"/>
        </pc:sldMkLst>
      </pc:sldChg>
      <pc:sldChg chg="modSp">
        <pc:chgData name="Alexander Kastil" userId="25853297-1418-4fc4-96ec-22f8bc83a64b" providerId="ADAL" clId="{B324020E-2767-F04E-BC09-A8765A537A97}" dt="2024-04-28T08:43:42.970" v="8" actId="20577"/>
        <pc:sldMkLst>
          <pc:docMk/>
          <pc:sldMk cId="2397158577" sldId="8486"/>
        </pc:sldMkLst>
      </pc:sldChg>
    </pc:docChg>
  </pc:docChgLst>
  <pc:docChgLst>
    <pc:chgData name="Alexander Pajer" userId="25853297-1418-4fc4-96ec-22f8bc83a64b" providerId="ADAL" clId="{2EE99874-2FD8-C248-8BEA-B3ED7DA06696}"/>
    <pc:docChg chg="custSel modSld">
      <pc:chgData name="Alexander Pajer" userId="25853297-1418-4fc4-96ec-22f8bc83a64b" providerId="ADAL" clId="{2EE99874-2FD8-C248-8BEA-B3ED7DA06696}" dt="2023-11-10T20:13:09.870" v="367" actId="20577"/>
      <pc:docMkLst>
        <pc:docMk/>
      </pc:docMkLst>
      <pc:sldChg chg="modSp">
        <pc:chgData name="Alexander Pajer" userId="25853297-1418-4fc4-96ec-22f8bc83a64b" providerId="ADAL" clId="{2EE99874-2FD8-C248-8BEA-B3ED7DA06696}" dt="2023-11-10T18:48:06.404" v="107" actId="20577"/>
        <pc:sldMkLst>
          <pc:docMk/>
          <pc:sldMk cId="691890621" sldId="567"/>
        </pc:sldMkLst>
      </pc:sldChg>
      <pc:sldChg chg="modSp">
        <pc:chgData name="Alexander Pajer" userId="25853297-1418-4fc4-96ec-22f8bc83a64b" providerId="ADAL" clId="{2EE99874-2FD8-C248-8BEA-B3ED7DA06696}" dt="2023-11-10T18:49:39.760" v="113" actId="20577"/>
        <pc:sldMkLst>
          <pc:docMk/>
          <pc:sldMk cId="749796010" sldId="1944"/>
        </pc:sldMkLst>
      </pc:sldChg>
      <pc:sldChg chg="modSp">
        <pc:chgData name="Alexander Pajer" userId="25853297-1418-4fc4-96ec-22f8bc83a64b" providerId="ADAL" clId="{2EE99874-2FD8-C248-8BEA-B3ED7DA06696}" dt="2023-11-10T18:52:02.223" v="156" actId="20577"/>
        <pc:sldMkLst>
          <pc:docMk/>
          <pc:sldMk cId="3137501773" sldId="1946"/>
        </pc:sldMkLst>
      </pc:sldChg>
      <pc:sldChg chg="modSp">
        <pc:chgData name="Alexander Pajer" userId="25853297-1418-4fc4-96ec-22f8bc83a64b" providerId="ADAL" clId="{2EE99874-2FD8-C248-8BEA-B3ED7DA06696}" dt="2023-11-10T18:52:27.989" v="157" actId="20577"/>
        <pc:sldMkLst>
          <pc:docMk/>
          <pc:sldMk cId="2302481982" sldId="1960"/>
        </pc:sldMkLst>
      </pc:sldChg>
      <pc:sldChg chg="modSp">
        <pc:chgData name="Alexander Pajer" userId="25853297-1418-4fc4-96ec-22f8bc83a64b" providerId="ADAL" clId="{2EE99874-2FD8-C248-8BEA-B3ED7DA06696}" dt="2023-11-10T18:45:33.878" v="32" actId="20577"/>
        <pc:sldMkLst>
          <pc:docMk/>
          <pc:sldMk cId="3462422587" sldId="1965"/>
        </pc:sldMkLst>
      </pc:sldChg>
      <pc:sldChg chg="modSp">
        <pc:chgData name="Alexander Pajer" userId="25853297-1418-4fc4-96ec-22f8bc83a64b" providerId="ADAL" clId="{2EE99874-2FD8-C248-8BEA-B3ED7DA06696}" dt="2023-11-10T18:47:01.479" v="85" actId="20577"/>
        <pc:sldMkLst>
          <pc:docMk/>
          <pc:sldMk cId="3988806687" sldId="1966"/>
        </pc:sldMkLst>
      </pc:sldChg>
      <pc:sldChg chg="modSp">
        <pc:chgData name="Alexander Pajer" userId="25853297-1418-4fc4-96ec-22f8bc83a64b" providerId="ADAL" clId="{2EE99874-2FD8-C248-8BEA-B3ED7DA06696}" dt="2023-11-10T20:13:09.870" v="367" actId="20577"/>
        <pc:sldMkLst>
          <pc:docMk/>
          <pc:sldMk cId="3157729247" sldId="1971"/>
        </pc:sldMkLst>
      </pc:sldChg>
      <pc:sldChg chg="modSp">
        <pc:chgData name="Alexander Pajer" userId="25853297-1418-4fc4-96ec-22f8bc83a64b" providerId="ADAL" clId="{2EE99874-2FD8-C248-8BEA-B3ED7DA06696}" dt="2023-11-10T18:50:48.495" v="117" actId="20577"/>
        <pc:sldMkLst>
          <pc:docMk/>
          <pc:sldMk cId="2305342243" sldId="1978"/>
        </pc:sldMkLst>
      </pc:sldChg>
      <pc:sldChg chg="modSp">
        <pc:chgData name="Alexander Pajer" userId="25853297-1418-4fc4-96ec-22f8bc83a64b" providerId="ADAL" clId="{2EE99874-2FD8-C248-8BEA-B3ED7DA06696}" dt="2023-11-10T18:44:56.201" v="21" actId="20577"/>
        <pc:sldMkLst>
          <pc:docMk/>
          <pc:sldMk cId="2073824554" sldId="8449"/>
        </pc:sldMkLst>
      </pc:sldChg>
    </pc:docChg>
  </pc:docChgLst>
  <pc:docChgLst>
    <pc:chgData name="Alexander Kastil" userId="S::alexander.kastil@integrations.at::25853297-1418-4fc4-96ec-22f8bc83a64b" providerId="AD" clId="Web-{67262AFB-5A93-F33B-FC7B-DBBA080F0C68}"/>
    <pc:docChg chg="modSld">
      <pc:chgData name="Alexander Kastil" userId="S::alexander.kastil@integrations.at::25853297-1418-4fc4-96ec-22f8bc83a64b" providerId="AD" clId="Web-{67262AFB-5A93-F33B-FC7B-DBBA080F0C68}" dt="2025-09-14T18:18:40.845" v="1" actId="20577"/>
      <pc:docMkLst>
        <pc:docMk/>
      </pc:docMkLst>
      <pc:sldChg chg="modSp">
        <pc:chgData name="Alexander Kastil" userId="S::alexander.kastil@integrations.at::25853297-1418-4fc4-96ec-22f8bc83a64b" providerId="AD" clId="Web-{67262AFB-5A93-F33B-FC7B-DBBA080F0C68}" dt="2025-09-14T18:18:40.845" v="1" actId="20577"/>
        <pc:sldMkLst>
          <pc:docMk/>
          <pc:sldMk cId="1025564574" sldId="256"/>
        </pc:sldMkLst>
      </pc:sldChg>
    </pc:docChg>
  </pc:docChgLst>
  <pc:docChgLst>
    <pc:chgData name="Alexander Pajer" userId="25853297-1418-4fc4-96ec-22f8bc83a64b" providerId="ADAL" clId="{804FDF63-7CD1-4634-B1DE-45B5C500036C}"/>
    <pc:docChg chg="undo custSel addSld delSld modSld">
      <pc:chgData name="Alexander Pajer" userId="25853297-1418-4fc4-96ec-22f8bc83a64b" providerId="ADAL" clId="{804FDF63-7CD1-4634-B1DE-45B5C500036C}" dt="2023-10-10T13:37:11.434" v="9"/>
      <pc:docMkLst>
        <pc:docMk/>
      </pc:docMkLst>
      <pc:sldChg chg="modSp">
        <pc:chgData name="Alexander Pajer" userId="25853297-1418-4fc4-96ec-22f8bc83a64b" providerId="ADAL" clId="{804FDF63-7CD1-4634-B1DE-45B5C500036C}" dt="2023-10-10T10:11:34.801" v="3" actId="313"/>
        <pc:sldMkLst>
          <pc:docMk/>
          <pc:sldMk cId="1149192349" sldId="1954"/>
        </pc:sldMkLst>
      </pc:sldChg>
      <pc:sldChg chg="modSp">
        <pc:chgData name="Alexander Pajer" userId="25853297-1418-4fc4-96ec-22f8bc83a64b" providerId="ADAL" clId="{804FDF63-7CD1-4634-B1DE-45B5C500036C}" dt="2023-10-10T10:11:38.210" v="4" actId="313"/>
        <pc:sldMkLst>
          <pc:docMk/>
          <pc:sldMk cId="1719197650" sldId="1958"/>
        </pc:sldMkLst>
      </pc:sldChg>
      <pc:sldChg chg="modSp">
        <pc:chgData name="Alexander Pajer" userId="25853297-1418-4fc4-96ec-22f8bc83a64b" providerId="ADAL" clId="{804FDF63-7CD1-4634-B1DE-45B5C500036C}" dt="2023-10-10T10:11:21.322" v="0" actId="313"/>
        <pc:sldMkLst>
          <pc:docMk/>
          <pc:sldMk cId="4015687973" sldId="1962"/>
        </pc:sldMkLst>
      </pc:sldChg>
      <pc:sldChg chg="modSp">
        <pc:chgData name="Alexander Pajer" userId="25853297-1418-4fc4-96ec-22f8bc83a64b" providerId="ADAL" clId="{804FDF63-7CD1-4634-B1DE-45B5C500036C}" dt="2023-10-10T10:11:31.746" v="2" actId="313"/>
        <pc:sldMkLst>
          <pc:docMk/>
          <pc:sldMk cId="3988806687" sldId="1966"/>
        </pc:sldMkLst>
      </pc:sldChg>
      <pc:sldChg chg="add del">
        <pc:chgData name="Alexander Pajer" userId="25853297-1418-4fc4-96ec-22f8bc83a64b" providerId="ADAL" clId="{804FDF63-7CD1-4634-B1DE-45B5C500036C}" dt="2023-10-10T13:37:07.648" v="8" actId="2696"/>
        <pc:sldMkLst>
          <pc:docMk/>
          <pc:sldMk cId="1309540793" sldId="2020"/>
        </pc:sldMkLst>
      </pc:sldChg>
      <pc:sldChg chg="add">
        <pc:chgData name="Alexander Pajer" userId="25853297-1418-4fc4-96ec-22f8bc83a64b" providerId="ADAL" clId="{804FDF63-7CD1-4634-B1DE-45B5C500036C}" dt="2023-10-10T13:37:11.434" v="9"/>
        <pc:sldMkLst>
          <pc:docMk/>
          <pc:sldMk cId="3745641020" sldId="2020"/>
        </pc:sldMkLst>
      </pc:sldChg>
      <pc:sldChg chg="add del">
        <pc:chgData name="Alexander Pajer" userId="25853297-1418-4fc4-96ec-22f8bc83a64b" providerId="ADAL" clId="{804FDF63-7CD1-4634-B1DE-45B5C500036C}" dt="2023-10-10T13:37:07.648" v="8" actId="2696"/>
        <pc:sldMkLst>
          <pc:docMk/>
          <pc:sldMk cId="1698027428" sldId="8448"/>
        </pc:sldMkLst>
      </pc:sldChg>
      <pc:sldChg chg="add">
        <pc:chgData name="Alexander Pajer" userId="25853297-1418-4fc4-96ec-22f8bc83a64b" providerId="ADAL" clId="{804FDF63-7CD1-4634-B1DE-45B5C500036C}" dt="2023-10-10T13:37:11.434" v="9"/>
        <pc:sldMkLst>
          <pc:docMk/>
          <pc:sldMk cId="3673911944" sldId="8448"/>
        </pc:sldMkLst>
      </pc:sldChg>
      <pc:sldChg chg="add del">
        <pc:chgData name="Alexander Pajer" userId="25853297-1418-4fc4-96ec-22f8bc83a64b" providerId="ADAL" clId="{804FDF63-7CD1-4634-B1DE-45B5C500036C}" dt="2023-10-10T13:37:07.648" v="8" actId="2696"/>
        <pc:sldMkLst>
          <pc:docMk/>
          <pc:sldMk cId="1432027650" sldId="8449"/>
        </pc:sldMkLst>
      </pc:sldChg>
      <pc:sldChg chg="add">
        <pc:chgData name="Alexander Pajer" userId="25853297-1418-4fc4-96ec-22f8bc83a64b" providerId="ADAL" clId="{804FDF63-7CD1-4634-B1DE-45B5C500036C}" dt="2023-10-10T13:37:11.434" v="9"/>
        <pc:sldMkLst>
          <pc:docMk/>
          <pc:sldMk cId="2073824554" sldId="8449"/>
        </pc:sldMkLst>
      </pc:sldChg>
      <pc:sldMasterChg chg="delSldLayout">
        <pc:chgData name="Alexander Pajer" userId="25853297-1418-4fc4-96ec-22f8bc83a64b" providerId="ADAL" clId="{804FDF63-7CD1-4634-B1DE-45B5C500036C}" dt="2023-10-10T13:37:07.648" v="8" actId="2696"/>
        <pc:sldMasterMkLst>
          <pc:docMk/>
          <pc:sldMasterMk cId="3874831218" sldId="2147483931"/>
        </pc:sldMasterMkLst>
        <pc:sldLayoutChg chg="del">
          <pc:chgData name="Alexander Pajer" userId="25853297-1418-4fc4-96ec-22f8bc83a64b" providerId="ADAL" clId="{804FDF63-7CD1-4634-B1DE-45B5C500036C}" dt="2023-10-10T13:37:07.648" v="8" actId="2696"/>
          <pc:sldLayoutMkLst>
            <pc:docMk/>
            <pc:sldMasterMk cId="3874831218" sldId="2147483931"/>
            <pc:sldLayoutMk cId="368611809" sldId="2147483946"/>
          </pc:sldLayoutMkLst>
        </pc:sldLayoutChg>
      </pc:sldMasterChg>
    </pc:docChg>
  </pc:docChgLst>
  <pc:docChgLst>
    <pc:chgData name="Alexander Pajer" userId="25853297-1418-4fc4-96ec-22f8bc83a64b" providerId="ADAL" clId="{3EB66519-FCBB-7C44-BA0D-2AE90734D989}"/>
    <pc:docChg chg="addSld delSld">
      <pc:chgData name="Alexander Pajer" userId="25853297-1418-4fc4-96ec-22f8bc83a64b" providerId="ADAL" clId="{3EB66519-FCBB-7C44-BA0D-2AE90734D989}" dt="2023-10-07T21:31:53.202" v="1" actId="22"/>
      <pc:docMkLst>
        <pc:docMk/>
      </pc:docMkLst>
      <pc:sldChg chg="add del">
        <pc:chgData name="Alexander Pajer" userId="25853297-1418-4fc4-96ec-22f8bc83a64b" providerId="ADAL" clId="{3EB66519-FCBB-7C44-BA0D-2AE90734D989}" dt="2023-10-07T21:31:53.202" v="1" actId="22"/>
        <pc:sldMkLst>
          <pc:docMk/>
          <pc:sldMk cId="802514063" sldId="1936"/>
        </pc:sldMkLst>
      </pc:sldChg>
    </pc:docChg>
  </pc:docChgLst>
  <pc:docChgLst>
    <pc:chgData name="Alexander Pajer" userId="25853297-1418-4fc4-96ec-22f8bc83a64b" providerId="ADAL" clId="{458615A8-FECF-43B1-A6D3-6D8FDC1CB90E}"/>
    <pc:docChg chg="undo redo custSel addSld delSld modSld sldOrd">
      <pc:chgData name="Alexander Pajer" userId="25853297-1418-4fc4-96ec-22f8bc83a64b" providerId="ADAL" clId="{458615A8-FECF-43B1-A6D3-6D8FDC1CB90E}" dt="2023-08-23T08:14:38.084" v="875" actId="1076"/>
      <pc:docMkLst>
        <pc:docMk/>
      </pc:docMkLst>
      <pc:sldChg chg="delSp modSp mod">
        <pc:chgData name="Alexander Pajer" userId="25853297-1418-4fc4-96ec-22f8bc83a64b" providerId="ADAL" clId="{458615A8-FECF-43B1-A6D3-6D8FDC1CB90E}" dt="2023-08-22T16:18:34.793" v="39" actId="20577"/>
        <pc:sldMkLst>
          <pc:docMk/>
          <pc:sldMk cId="1025564574" sldId="256"/>
        </pc:sldMkLst>
      </pc:sldChg>
      <pc:sldChg chg="modSp mod">
        <pc:chgData name="Alexander Pajer" userId="25853297-1418-4fc4-96ec-22f8bc83a64b" providerId="ADAL" clId="{458615A8-FECF-43B1-A6D3-6D8FDC1CB90E}" dt="2023-08-22T16:19:16.449" v="64" actId="20577"/>
        <pc:sldMkLst>
          <pc:docMk/>
          <pc:sldMk cId="1912131641" sldId="559"/>
        </pc:sldMkLst>
      </pc:sldChg>
      <pc:sldChg chg="addSp delSp modSp mod">
        <pc:chgData name="Alexander Pajer" userId="25853297-1418-4fc4-96ec-22f8bc83a64b" providerId="ADAL" clId="{458615A8-FECF-43B1-A6D3-6D8FDC1CB90E}" dt="2023-08-22T16:48:03.247" v="868" actId="20577"/>
        <pc:sldMkLst>
          <pc:docMk/>
          <pc:sldMk cId="1149192349" sldId="1954"/>
        </pc:sldMkLst>
      </pc:sldChg>
      <pc:sldChg chg="add del">
        <pc:chgData name="Alexander Pajer" userId="25853297-1418-4fc4-96ec-22f8bc83a64b" providerId="ADAL" clId="{458615A8-FECF-43B1-A6D3-6D8FDC1CB90E}" dt="2023-08-22T16:18:14.010" v="3" actId="47"/>
        <pc:sldMkLst>
          <pc:docMk/>
          <pc:sldMk cId="1929189265" sldId="1965"/>
        </pc:sldMkLst>
      </pc:sldChg>
      <pc:sldChg chg="modSp new mod ord">
        <pc:chgData name="Alexander Pajer" userId="25853297-1418-4fc4-96ec-22f8bc83a64b" providerId="ADAL" clId="{458615A8-FECF-43B1-A6D3-6D8FDC1CB90E}" dt="2023-08-22T16:26:53.298" v="430" actId="12"/>
        <pc:sldMkLst>
          <pc:docMk/>
          <pc:sldMk cId="3939882252" sldId="1965"/>
        </pc:sldMkLst>
      </pc:sldChg>
      <pc:sldChg chg="modSp new mod">
        <pc:chgData name="Alexander Pajer" userId="25853297-1418-4fc4-96ec-22f8bc83a64b" providerId="ADAL" clId="{458615A8-FECF-43B1-A6D3-6D8FDC1CB90E}" dt="2023-08-22T16:27:45.866" v="479" actId="20577"/>
        <pc:sldMkLst>
          <pc:docMk/>
          <pc:sldMk cId="38746982" sldId="1966"/>
        </pc:sldMkLst>
      </pc:sldChg>
      <pc:sldChg chg="addSp delSp modSp new mod">
        <pc:chgData name="Alexander Pajer" userId="25853297-1418-4fc4-96ec-22f8bc83a64b" providerId="ADAL" clId="{458615A8-FECF-43B1-A6D3-6D8FDC1CB90E}" dt="2023-08-22T16:29:07.257" v="488" actId="1076"/>
        <pc:sldMkLst>
          <pc:docMk/>
          <pc:sldMk cId="1942386010" sldId="1967"/>
        </pc:sldMkLst>
      </pc:sldChg>
      <pc:sldChg chg="addSp modSp new mod chgLayout">
        <pc:chgData name="Alexander Pajer" userId="25853297-1418-4fc4-96ec-22f8bc83a64b" providerId="ADAL" clId="{458615A8-FECF-43B1-A6D3-6D8FDC1CB90E}" dt="2023-08-23T08:14:38.084" v="875" actId="1076"/>
        <pc:sldMkLst>
          <pc:docMk/>
          <pc:sldMk cId="2561392820" sldId="1968"/>
        </pc:sldMkLst>
      </pc:sldChg>
      <pc:sldChg chg="addSp delSp modSp new mod">
        <pc:chgData name="Alexander Pajer" userId="25853297-1418-4fc4-96ec-22f8bc83a64b" providerId="ADAL" clId="{458615A8-FECF-43B1-A6D3-6D8FDC1CB90E}" dt="2023-08-22T16:33:21.627" v="553" actId="1076"/>
        <pc:sldMkLst>
          <pc:docMk/>
          <pc:sldMk cId="820159404" sldId="1969"/>
        </pc:sldMkLst>
      </pc:sldChg>
      <pc:sldChg chg="new del">
        <pc:chgData name="Alexander Pajer" userId="25853297-1418-4fc4-96ec-22f8bc83a64b" providerId="ADAL" clId="{458615A8-FECF-43B1-A6D3-6D8FDC1CB90E}" dt="2023-08-22T16:42:17.673" v="576" actId="47"/>
        <pc:sldMkLst>
          <pc:docMk/>
          <pc:sldMk cId="3344947022" sldId="1970"/>
        </pc:sldMkLst>
      </pc:sldChg>
      <pc:sldChg chg="delSp modSp add mod">
        <pc:chgData name="Alexander Pajer" userId="25853297-1418-4fc4-96ec-22f8bc83a64b" providerId="ADAL" clId="{458615A8-FECF-43B1-A6D3-6D8FDC1CB90E}" dt="2023-08-22T16:43:54.289" v="676" actId="20577"/>
        <pc:sldMkLst>
          <pc:docMk/>
          <pc:sldMk cId="3157729247" sldId="19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47BF2-DC06-4EAF-BD78-C0E848E8B1BB}"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9CEE3-8D04-4303-8988-24E2FD32CA94}" type="slidenum">
              <a:rPr lang="en-US" smtClean="0"/>
              <a:t>‹#›</a:t>
            </a:fld>
            <a:endParaRPr lang="en-US"/>
          </a:p>
        </p:txBody>
      </p:sp>
    </p:spTree>
    <p:extLst>
      <p:ext uri="{BB962C8B-B14F-4D97-AF65-F5344CB8AC3E}">
        <p14:creationId xmlns:p14="http://schemas.microsoft.com/office/powerpoint/2010/main" val="233958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0326-BC57-D7D7-6A8A-503338B13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D74C1-9ED1-9D7D-F4EB-195BB9947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AEA08-4177-6DAC-6BA7-03FF31715A2F}"/>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6AFE0DC5-2BED-1017-0108-B4865DE5EA29}"/>
              </a:ext>
            </a:extLst>
          </p:cNvPr>
          <p:cNvSpPr>
            <a:spLocks noGrp="1"/>
          </p:cNvSpPr>
          <p:nvPr>
            <p:ph type="sldNum" sz="quarter" idx="10"/>
          </p:nvPr>
        </p:nvSpPr>
        <p:spPr/>
        <p:txBody>
          <a:bodyPr/>
          <a:lstStyle/>
          <a:p>
            <a:fld id="{9E0E8F12-1F63-494D-966A-DED93FBB88CC}" type="slidenum">
              <a:rPr lang="en-US" smtClean="0"/>
              <a:t>131</a:t>
            </a:fld>
            <a:endParaRPr lang="en-US"/>
          </a:p>
        </p:txBody>
      </p:sp>
    </p:spTree>
    <p:extLst>
      <p:ext uri="{BB962C8B-B14F-4D97-AF65-F5344CB8AC3E}">
        <p14:creationId xmlns:p14="http://schemas.microsoft.com/office/powerpoint/2010/main" val="24240801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4BDF6-1B32-BC9A-0334-26A27FC12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91222-1862-B390-3AA1-AA71CB5B5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C9B66-797C-9018-B494-DF39FF838EA5}"/>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E5EF5B67-A8B1-3EA2-FDD2-72E4A1C81179}"/>
              </a:ext>
            </a:extLst>
          </p:cNvPr>
          <p:cNvSpPr>
            <a:spLocks noGrp="1"/>
          </p:cNvSpPr>
          <p:nvPr>
            <p:ph type="sldNum" sz="quarter" idx="10"/>
          </p:nvPr>
        </p:nvSpPr>
        <p:spPr/>
        <p:txBody>
          <a:bodyPr/>
          <a:lstStyle/>
          <a:p>
            <a:fld id="{9E0E8F12-1F63-494D-966A-DED93FBB88CC}" type="slidenum">
              <a:rPr lang="en-US" smtClean="0"/>
              <a:t>134</a:t>
            </a:fld>
            <a:endParaRPr lang="en-US"/>
          </a:p>
        </p:txBody>
      </p:sp>
    </p:spTree>
    <p:extLst>
      <p:ext uri="{BB962C8B-B14F-4D97-AF65-F5344CB8AC3E}">
        <p14:creationId xmlns:p14="http://schemas.microsoft.com/office/powerpoint/2010/main" val="17307060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44D49-A84A-8C93-9C00-8ED4EF254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59D0E-8CB5-2520-F7F5-DE2A156C8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AF299-1510-378D-56B2-D31D645A0B94}"/>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37A69B81-967B-8F98-DFB1-526884D54C9C}"/>
              </a:ext>
            </a:extLst>
          </p:cNvPr>
          <p:cNvSpPr>
            <a:spLocks noGrp="1"/>
          </p:cNvSpPr>
          <p:nvPr>
            <p:ph type="sldNum" sz="quarter" idx="10"/>
          </p:nvPr>
        </p:nvSpPr>
        <p:spPr/>
        <p:txBody>
          <a:bodyPr/>
          <a:lstStyle/>
          <a:p>
            <a:fld id="{9E0E8F12-1F63-494D-966A-DED93FBB88CC}" type="slidenum">
              <a:rPr lang="en-US" smtClean="0"/>
              <a:t>140</a:t>
            </a:fld>
            <a:endParaRPr lang="en-US"/>
          </a:p>
        </p:txBody>
      </p:sp>
    </p:spTree>
    <p:extLst>
      <p:ext uri="{BB962C8B-B14F-4D97-AF65-F5344CB8AC3E}">
        <p14:creationId xmlns:p14="http://schemas.microsoft.com/office/powerpoint/2010/main" val="1789784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931C7-BE55-1767-C3FA-136E5206F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EA446-D414-A21C-8C55-63089CE9A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EE2F1-7865-6B8C-A8F8-8F9EF3025340}"/>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7F9AA96C-E615-E476-0758-34215E2B1086}"/>
              </a:ext>
            </a:extLst>
          </p:cNvPr>
          <p:cNvSpPr>
            <a:spLocks noGrp="1"/>
          </p:cNvSpPr>
          <p:nvPr>
            <p:ph type="sldNum" sz="quarter" idx="10"/>
          </p:nvPr>
        </p:nvSpPr>
        <p:spPr/>
        <p:txBody>
          <a:bodyPr/>
          <a:lstStyle/>
          <a:p>
            <a:fld id="{9E0E8F12-1F63-494D-966A-DED93FBB88CC}" type="slidenum">
              <a:rPr lang="en-US" smtClean="0"/>
              <a:t>142</a:t>
            </a:fld>
            <a:endParaRPr lang="en-US"/>
          </a:p>
        </p:txBody>
      </p:sp>
    </p:spTree>
    <p:extLst>
      <p:ext uri="{BB962C8B-B14F-4D97-AF65-F5344CB8AC3E}">
        <p14:creationId xmlns:p14="http://schemas.microsoft.com/office/powerpoint/2010/main" val="11336238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FCAC-84EA-B4CF-4F7B-F31EFA22E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8922F-015F-94AD-F764-96E814A11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D8606-2C68-7C97-5814-5DFC68884294}"/>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6D6C1B86-D382-9D60-F52A-9A0AB52F25FD}"/>
              </a:ext>
            </a:extLst>
          </p:cNvPr>
          <p:cNvSpPr>
            <a:spLocks noGrp="1"/>
          </p:cNvSpPr>
          <p:nvPr>
            <p:ph type="sldNum" sz="quarter" idx="10"/>
          </p:nvPr>
        </p:nvSpPr>
        <p:spPr/>
        <p:txBody>
          <a:bodyPr/>
          <a:lstStyle/>
          <a:p>
            <a:fld id="{9E0E8F12-1F63-494D-966A-DED93FBB88CC}" type="slidenum">
              <a:rPr lang="en-US" smtClean="0"/>
              <a:t>145</a:t>
            </a:fld>
            <a:endParaRPr lang="en-US"/>
          </a:p>
        </p:txBody>
      </p:sp>
    </p:spTree>
    <p:extLst>
      <p:ext uri="{BB962C8B-B14F-4D97-AF65-F5344CB8AC3E}">
        <p14:creationId xmlns:p14="http://schemas.microsoft.com/office/powerpoint/2010/main" val="1585205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22407-DA84-5927-F1E6-5D424F99F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5D5BE-51DC-D7B4-F342-CB8564BEC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BE486-1CD1-1091-F8DB-F320D81371F3}"/>
              </a:ext>
            </a:extLst>
          </p:cNvPr>
          <p:cNvSpPr>
            <a:spLocks noGrp="1"/>
          </p:cNvSpPr>
          <p:nvPr>
            <p:ph type="body" idx="1"/>
          </p:nvPr>
        </p:nvSpPr>
        <p:spPr/>
        <p:txBody>
          <a:bodyPr/>
          <a:lstStyle/>
          <a:p>
            <a:r>
              <a:rPr lang="en-US" sz="882" b="0" i="0" u="none" strike="noStrike" kern="1200" dirty="0">
                <a:solidFill>
                  <a:schemeClr val="tx1"/>
                </a:solidFill>
                <a:effectLst/>
                <a:latin typeface="Segoe UI" panose="020B0502040204020203" pitchFamily="34" charset="0"/>
                <a:ea typeface="+mn-ea"/>
                <a:cs typeface="+mn-cs"/>
              </a:rPr>
              <a:t>Let’s dive into analytics and insights—now generally available in Copilot Studio.</a:t>
            </a:r>
          </a:p>
          <a:p>
            <a:r>
              <a:rPr lang="en-US" sz="882" b="0" i="0" u="none" strike="noStrike" kern="1200" dirty="0">
                <a:solidFill>
                  <a:schemeClr val="tx1"/>
                </a:solidFill>
                <a:effectLst/>
                <a:latin typeface="Segoe UI" panose="020B0502040204020203" pitchFamily="34" charset="0"/>
                <a:ea typeface="+mn-ea"/>
                <a:cs typeface="+mn-cs"/>
              </a:rPr>
              <a:t>You can gain visibility into how your autonomous agents perform using key performance indicators (KPIs).</a:t>
            </a:r>
          </a:p>
          <a:p>
            <a:r>
              <a:rPr lang="en-US" sz="882" b="0" i="0" u="none" strike="noStrike" kern="1200" dirty="0">
                <a:solidFill>
                  <a:schemeClr val="tx1"/>
                </a:solidFill>
                <a:effectLst/>
                <a:latin typeface="Segoe UI" panose="020B0502040204020203" pitchFamily="34" charset="0"/>
                <a:ea typeface="+mn-ea"/>
                <a:cs typeface="+mn-cs"/>
              </a:rPr>
              <a:t>Track total runs, breakdowns by successful and failed runs, and trend analysis over time to spot areas needing attention.</a:t>
            </a:r>
          </a:p>
          <a:p>
            <a:r>
              <a:rPr lang="en-US" sz="882" b="0" i="0" u="none" strike="noStrike" kern="1200" dirty="0">
                <a:solidFill>
                  <a:schemeClr val="tx1"/>
                </a:solidFill>
                <a:effectLst/>
                <a:latin typeface="Segoe UI" panose="020B0502040204020203" pitchFamily="34" charset="0"/>
                <a:ea typeface="+mn-ea"/>
                <a:cs typeface="+mn-cs"/>
              </a:rPr>
              <a:t>Analyze average run duration and consumption metrics, including detailed billing and message consumption reports.</a:t>
            </a:r>
          </a:p>
          <a:p>
            <a:r>
              <a:rPr lang="en-US" sz="882" b="0" i="0" u="none" strike="noStrike" kern="1200" dirty="0">
                <a:solidFill>
                  <a:schemeClr val="tx1"/>
                </a:solidFill>
                <a:effectLst/>
                <a:latin typeface="Segoe UI" panose="020B0502040204020203" pitchFamily="34" charset="0"/>
                <a:ea typeface="+mn-ea"/>
                <a:cs typeface="+mn-cs"/>
              </a:rPr>
              <a:t>These insights help you understand costs, usage patterns, and opportunities for optimization.</a:t>
            </a:r>
          </a:p>
          <a:p>
            <a:br>
              <a:rPr lang="en-US" dirty="0"/>
            </a:br>
            <a:endParaRPr lang="en-US" dirty="0"/>
          </a:p>
        </p:txBody>
      </p:sp>
      <p:sp>
        <p:nvSpPr>
          <p:cNvPr id="4" name="Slide Number Placeholder 3">
            <a:extLst>
              <a:ext uri="{FF2B5EF4-FFF2-40B4-BE49-F238E27FC236}">
                <a16:creationId xmlns:a16="http://schemas.microsoft.com/office/drawing/2014/main" id="{E255C452-F133-412A-FD72-E05F749A51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DC9712-05E4-4D02-B545-0DE9625B2F38}"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9271840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1D92-9756-33A8-0F36-0316FA79F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71C77-8B8D-02F8-5E6A-C0EE4C125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4F0AA-33E8-8A9D-0E0F-E074F5F600AA}"/>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321DCDFA-1E91-1B74-CE7E-F51AEC5A9E3B}"/>
              </a:ext>
            </a:extLst>
          </p:cNvPr>
          <p:cNvSpPr>
            <a:spLocks noGrp="1"/>
          </p:cNvSpPr>
          <p:nvPr>
            <p:ph type="sldNum" sz="quarter" idx="10"/>
          </p:nvPr>
        </p:nvSpPr>
        <p:spPr/>
        <p:txBody>
          <a:bodyPr/>
          <a:lstStyle/>
          <a:p>
            <a:fld id="{9E0E8F12-1F63-494D-966A-DED93FBB88CC}" type="slidenum">
              <a:rPr lang="en-US" smtClean="0"/>
              <a:t>150</a:t>
            </a:fld>
            <a:endParaRPr lang="en-US"/>
          </a:p>
        </p:txBody>
      </p:sp>
    </p:spTree>
    <p:extLst>
      <p:ext uri="{BB962C8B-B14F-4D97-AF65-F5344CB8AC3E}">
        <p14:creationId xmlns:p14="http://schemas.microsoft.com/office/powerpoint/2010/main" val="13681642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BDC26-13B7-CF30-16BB-00D13B20C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ED4CA-6BD1-7D7B-38A1-DF22F0270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86E4E3-D8D0-4124-AF38-9AE431B046E6}"/>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D2E42961-5F07-FC1A-96DA-DF9E9B77355B}"/>
              </a:ext>
            </a:extLst>
          </p:cNvPr>
          <p:cNvSpPr>
            <a:spLocks noGrp="1"/>
          </p:cNvSpPr>
          <p:nvPr>
            <p:ph type="sldNum" sz="quarter" idx="10"/>
          </p:nvPr>
        </p:nvSpPr>
        <p:spPr/>
        <p:txBody>
          <a:bodyPr/>
          <a:lstStyle/>
          <a:p>
            <a:fld id="{9E0E8F12-1F63-494D-966A-DED93FBB88CC}" type="slidenum">
              <a:rPr lang="en-US" smtClean="0"/>
              <a:t>154</a:t>
            </a:fld>
            <a:endParaRPr lang="en-US"/>
          </a:p>
        </p:txBody>
      </p:sp>
    </p:spTree>
    <p:extLst>
      <p:ext uri="{BB962C8B-B14F-4D97-AF65-F5344CB8AC3E}">
        <p14:creationId xmlns:p14="http://schemas.microsoft.com/office/powerpoint/2010/main" val="6212231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F213-3302-4CDE-27A2-676D28942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E5984-B616-21A2-C794-72F427389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F7CA2-C67D-AF2F-651A-4BEDAB3B53A7}"/>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41381899-5B9F-06C7-4439-79BDF76C2D06}"/>
              </a:ext>
            </a:extLst>
          </p:cNvPr>
          <p:cNvSpPr>
            <a:spLocks noGrp="1"/>
          </p:cNvSpPr>
          <p:nvPr>
            <p:ph type="sldNum" sz="quarter" idx="10"/>
          </p:nvPr>
        </p:nvSpPr>
        <p:spPr/>
        <p:txBody>
          <a:bodyPr/>
          <a:lstStyle/>
          <a:p>
            <a:fld id="{9E0E8F12-1F63-494D-966A-DED93FBB88CC}" type="slidenum">
              <a:rPr lang="en-US" smtClean="0"/>
              <a:t>160</a:t>
            </a:fld>
            <a:endParaRPr lang="en-US"/>
          </a:p>
        </p:txBody>
      </p:sp>
    </p:spTree>
    <p:extLst>
      <p:ext uri="{BB962C8B-B14F-4D97-AF65-F5344CB8AC3E}">
        <p14:creationId xmlns:p14="http://schemas.microsoft.com/office/powerpoint/2010/main" val="1017408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T"/>
              <a:t>
---
Preventing Agent Sprawl in Microsoft 365 (Low-Code &amp; Pro-Code Agents)
Agent sprawl is the uncontrolled proliferation of AI/software agents across an organization, which can result in duplicate functionalities, inconsistent controls, and increased security or compliance risks. To avoid agent sprawling when implementing both low-code and pro-code agents in Microsoft 365, consider these best practices:
Image source: Microsoft 365 content library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10/20/2025 5:54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161</a:t>
            </a:fld>
            <a:endParaRPr lang="en-US" dirty="0"/>
          </a:p>
        </p:txBody>
      </p:sp>
    </p:spTree>
    <p:extLst>
      <p:ext uri="{BB962C8B-B14F-4D97-AF65-F5344CB8AC3E}">
        <p14:creationId xmlns:p14="http://schemas.microsoft.com/office/powerpoint/2010/main" val="3798813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2407533" y="6506084"/>
            <a:ext cx="7021975" cy="442052"/>
          </a:xfrm>
        </p:spPr>
        <p:txBody>
          <a:bodyPr lIns="91440" rIns="91440">
            <a:normAutofit/>
          </a:bodyPr>
          <a:lstStyle>
            <a:lvl1pPr marL="0" indent="0" algn="ctr">
              <a:buNone/>
              <a:defRPr sz="1400" cap="all" spc="200" baseline="0">
                <a:solidFill>
                  <a:schemeClr val="bg1"/>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11" name="Title 10">
            <a:extLst>
              <a:ext uri="{FF2B5EF4-FFF2-40B4-BE49-F238E27FC236}">
                <a16:creationId xmlns:a16="http://schemas.microsoft.com/office/drawing/2014/main" id="{A0CA71B0-6850-487C-8D32-71F9A0B1E7EA}"/>
              </a:ext>
            </a:extLst>
          </p:cNvPr>
          <p:cNvSpPr>
            <a:spLocks noGrp="1"/>
          </p:cNvSpPr>
          <p:nvPr>
            <p:ph type="title"/>
          </p:nvPr>
        </p:nvSpPr>
        <p:spPr>
          <a:xfrm>
            <a:off x="269175" y="229745"/>
            <a:ext cx="11625942" cy="813326"/>
          </a:xfrm>
        </p:spPr>
        <p:txBody>
          <a:bodyPr/>
          <a:lstStyle/>
          <a:p>
            <a:r>
              <a:rPr lang="en-US"/>
              <a:t>Click to edit Master title style</a:t>
            </a:r>
          </a:p>
        </p:txBody>
      </p:sp>
    </p:spTree>
    <p:extLst>
      <p:ext uri="{BB962C8B-B14F-4D97-AF65-F5344CB8AC3E}">
        <p14:creationId xmlns:p14="http://schemas.microsoft.com/office/powerpoint/2010/main" val="181543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A0CA71B0-6850-487C-8D32-71F9A0B1E7EA}"/>
              </a:ext>
            </a:extLst>
          </p:cNvPr>
          <p:cNvSpPr>
            <a:spLocks noGrp="1"/>
          </p:cNvSpPr>
          <p:nvPr>
            <p:ph type="title"/>
          </p:nvPr>
        </p:nvSpPr>
        <p:spPr/>
        <p:txBody>
          <a:bodyPr/>
          <a:lstStyle/>
          <a:p>
            <a:r>
              <a:rPr lang="en-US"/>
              <a:t>Click to edit Master title style</a:t>
            </a:r>
          </a:p>
        </p:txBody>
      </p:sp>
      <p:sp>
        <p:nvSpPr>
          <p:cNvPr id="12" name="Date Placeholder 11">
            <a:extLst>
              <a:ext uri="{FF2B5EF4-FFF2-40B4-BE49-F238E27FC236}">
                <a16:creationId xmlns:a16="http://schemas.microsoft.com/office/drawing/2014/main" id="{5B061ED1-DB46-45AE-BC27-5631012C23E5}"/>
              </a:ext>
            </a:extLst>
          </p:cNvPr>
          <p:cNvSpPr>
            <a:spLocks noGrp="1"/>
          </p:cNvSpPr>
          <p:nvPr>
            <p:ph type="dt" sz="half" idx="10"/>
          </p:nvPr>
        </p:nvSpPr>
        <p:spPr/>
        <p:txBody>
          <a:bodyPr/>
          <a:lstStyle/>
          <a:p>
            <a:fld id="{60511B42-7EB3-4A6F-8DA9-A08B47F270A6}" type="datetimeFigureOut">
              <a:rPr lang="en-US" smtClean="0"/>
              <a:t>10/20/2025</a:t>
            </a:fld>
            <a:endParaRPr lang="en-US"/>
          </a:p>
        </p:txBody>
      </p:sp>
      <p:sp>
        <p:nvSpPr>
          <p:cNvPr id="13" name="Footer Placeholder 12">
            <a:extLst>
              <a:ext uri="{FF2B5EF4-FFF2-40B4-BE49-F238E27FC236}">
                <a16:creationId xmlns:a16="http://schemas.microsoft.com/office/drawing/2014/main" id="{1273DBF0-6C1F-4B77-8910-4E36CE862564}"/>
              </a:ext>
            </a:extLst>
          </p:cNvPr>
          <p:cNvSpPr>
            <a:spLocks noGrp="1"/>
          </p:cNvSpPr>
          <p:nvPr>
            <p:ph type="ftr" sz="quarter" idx="11"/>
          </p:nvPr>
        </p:nvSpPr>
        <p:spPr/>
        <p:txBody>
          <a:bodyPr/>
          <a:lstStyle/>
          <a:p>
            <a:endParaRPr lang="en-US"/>
          </a:p>
        </p:txBody>
      </p:sp>
      <p:sp>
        <p:nvSpPr>
          <p:cNvPr id="14" name="Slide Number Placeholder 13">
            <a:extLst>
              <a:ext uri="{FF2B5EF4-FFF2-40B4-BE49-F238E27FC236}">
                <a16:creationId xmlns:a16="http://schemas.microsoft.com/office/drawing/2014/main" id="{E09B6AE7-782E-4E05-8414-EE6736AD1233}"/>
              </a:ext>
            </a:extLst>
          </p:cNvPr>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Tree>
    <p:extLst>
      <p:ext uri="{BB962C8B-B14F-4D97-AF65-F5344CB8AC3E}">
        <p14:creationId xmlns:p14="http://schemas.microsoft.com/office/powerpoint/2010/main" val="354100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9183" y="1391478"/>
            <a:ext cx="11558520"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299182" y="135604"/>
            <a:ext cx="11558521" cy="901535"/>
          </a:xfrm>
          <a:ln>
            <a:noFill/>
          </a:ln>
        </p:spPr>
        <p:txBody>
          <a:bodyPr/>
          <a:lstStyle>
            <a:lvl1pPr marL="0">
              <a:defRPr/>
            </a:lvl1pPr>
          </a:lstStyle>
          <a:p>
            <a:r>
              <a:rPr lang="en-US"/>
              <a:t>Click to edit Master title style</a:t>
            </a:r>
          </a:p>
        </p:txBody>
      </p:sp>
      <p:sp>
        <p:nvSpPr>
          <p:cNvPr id="4" name="Date Placeholder 3"/>
          <p:cNvSpPr>
            <a:spLocks noGrp="1"/>
          </p:cNvSpPr>
          <p:nvPr>
            <p:ph type="dt" sz="half" idx="10"/>
          </p:nvPr>
        </p:nvSpPr>
        <p:spPr/>
        <p:txBody>
          <a:bodyPr/>
          <a:lstStyle/>
          <a:p>
            <a:fld id="{60511B42-7EB3-4A6F-8DA9-A08B47F270A6}"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57920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2" name="Title 1"/>
          <p:cNvSpPr>
            <a:spLocks noGrp="1"/>
          </p:cNvSpPr>
          <p:nvPr>
            <p:ph type="title"/>
          </p:nvPr>
        </p:nvSpPr>
        <p:spPr>
          <a:xfrm>
            <a:off x="706341" y="744150"/>
            <a:ext cx="10829676" cy="3443537"/>
          </a:xfrm>
        </p:spPr>
        <p:txBody>
          <a:bodyPr anchor="b" anchorCtr="0">
            <a:normAutofit/>
          </a:bodyPr>
          <a:lstStyle>
            <a:lvl1pPr>
              <a:lnSpc>
                <a:spcPct val="85000"/>
              </a:lnSpc>
              <a:defRPr sz="54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511B42-7EB3-4A6F-8DA9-A08B47F270A6}"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
        <p:nvSpPr>
          <p:cNvPr id="11" name="Rectangle 10">
            <a:extLst>
              <a:ext uri="{FF2B5EF4-FFF2-40B4-BE49-F238E27FC236}">
                <a16:creationId xmlns:a16="http://schemas.microsoft.com/office/drawing/2014/main" id="{AF24D5AE-C695-45B0-A9BB-08920B104565}"/>
              </a:ext>
            </a:extLst>
          </p:cNvPr>
          <p:cNvSpPr/>
          <p:nvPr/>
        </p:nvSpPr>
        <p:spPr>
          <a:xfrm>
            <a:off x="706342" y="4285707"/>
            <a:ext cx="10829676"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Tree>
    <p:extLst>
      <p:ext uri="{BB962C8B-B14F-4D97-AF65-F5344CB8AC3E}">
        <p14:creationId xmlns:p14="http://schemas.microsoft.com/office/powerpoint/2010/main" val="2684592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57299" y="286603"/>
            <a:ext cx="11590317" cy="667381"/>
          </a:xfrm>
        </p:spPr>
        <p:txBody>
          <a:bodyPr/>
          <a:lstStyle/>
          <a:p>
            <a:r>
              <a:rPr lang="en-US"/>
              <a:t>Click to edit Master title style</a:t>
            </a:r>
          </a:p>
        </p:txBody>
      </p:sp>
      <p:sp>
        <p:nvSpPr>
          <p:cNvPr id="3" name="Content Placeholder 2"/>
          <p:cNvSpPr>
            <a:spLocks noGrp="1"/>
          </p:cNvSpPr>
          <p:nvPr>
            <p:ph sz="half" idx="1"/>
          </p:nvPr>
        </p:nvSpPr>
        <p:spPr>
          <a:xfrm>
            <a:off x="257299" y="1389413"/>
            <a:ext cx="5777740" cy="4479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421081"/>
            <a:ext cx="5351228" cy="44480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511B42-7EB3-4A6F-8DA9-A08B47F270A6}"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Tree>
    <p:extLst>
      <p:ext uri="{BB962C8B-B14F-4D97-AF65-F5344CB8AC3E}">
        <p14:creationId xmlns:p14="http://schemas.microsoft.com/office/powerpoint/2010/main" val="318351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77091" y="286604"/>
            <a:ext cx="11586358" cy="675298"/>
          </a:xfrm>
        </p:spPr>
        <p:txBody>
          <a:bodyPr/>
          <a:lstStyle/>
          <a:p>
            <a:r>
              <a:rPr lang="en-US"/>
              <a:t>Click to edit Master title style</a:t>
            </a:r>
          </a:p>
        </p:txBody>
      </p:sp>
      <p:sp>
        <p:nvSpPr>
          <p:cNvPr id="3" name="Text Placeholder 2"/>
          <p:cNvSpPr>
            <a:spLocks noGrp="1"/>
          </p:cNvSpPr>
          <p:nvPr>
            <p:ph type="body" idx="1"/>
          </p:nvPr>
        </p:nvSpPr>
        <p:spPr>
          <a:xfrm>
            <a:off x="277090" y="1360095"/>
            <a:ext cx="5757949"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77091" y="2315688"/>
            <a:ext cx="5757949" cy="36448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4723" y="1360095"/>
            <a:ext cx="5588726"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19" y="2315688"/>
            <a:ext cx="5645529" cy="36448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511B42-7EB3-4A6F-8DA9-A08B47F270A6}"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Tree>
    <p:extLst>
      <p:ext uri="{BB962C8B-B14F-4D97-AF65-F5344CB8AC3E}">
        <p14:creationId xmlns:p14="http://schemas.microsoft.com/office/powerpoint/2010/main" val="2149892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475DE9D9-6269-07AD-A073-59EC0E7B5C74}"/>
              </a:ext>
            </a:extLst>
          </p:cNvPr>
          <p:cNvSpPr>
            <a:spLocks noGrp="1"/>
          </p:cNvSpPr>
          <p:nvPr>
            <p:ph type="dt" sz="half" idx="10"/>
          </p:nvPr>
        </p:nvSpPr>
        <p:spPr/>
        <p:txBody>
          <a:bodyPr/>
          <a:lstStyle/>
          <a:p>
            <a:fld id="{60511B42-7EB3-4A6F-8DA9-A08B47F270A6}" type="datetimeFigureOut">
              <a:rPr lang="en-US" smtClean="0"/>
              <a:t>10/20/2025</a:t>
            </a:fld>
            <a:endParaRPr lang="en-US"/>
          </a:p>
        </p:txBody>
      </p:sp>
      <p:sp>
        <p:nvSpPr>
          <p:cNvPr id="3" name="Footer Placeholder 2">
            <a:extLst>
              <a:ext uri="{FF2B5EF4-FFF2-40B4-BE49-F238E27FC236}">
                <a16:creationId xmlns:a16="http://schemas.microsoft.com/office/drawing/2014/main" id="{DACB8053-18CF-005C-0809-76B586B4CF3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016836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10/20/2025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17274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10/20/2025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3797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10/20/2025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8548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10/20/2025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0337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10/20/2025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10204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70546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8" name="Footer Placeholder 10">
            <a:extLst>
              <a:ext uri="{FF2B5EF4-FFF2-40B4-BE49-F238E27FC236}">
                <a16:creationId xmlns:a16="http://schemas.microsoft.com/office/drawing/2014/main" id="{03F58DC3-B4E8-1391-2AF6-4FE989430E6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5747021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4564267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64324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408298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9655902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246858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heme 1 - Light with title">
    <p:bg>
      <p:bgPr>
        <a:solidFill>
          <a:srgbClr val="F5F5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DD82-FC40-C843-193F-F757422AB00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96120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with 1 text box and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Picture Placeholder 3">
            <a:extLst>
              <a:ext uri="{FF2B5EF4-FFF2-40B4-BE49-F238E27FC236}">
                <a16:creationId xmlns:a16="http://schemas.microsoft.com/office/drawing/2014/main" id="{F85C714A-5EA4-82F3-730E-7F3FFA778333}"/>
              </a:ext>
            </a:extLst>
          </p:cNvPr>
          <p:cNvSpPr>
            <a:spLocks noGrp="1"/>
          </p:cNvSpPr>
          <p:nvPr>
            <p:ph type="pic" sz="quarter" idx="22"/>
          </p:nvPr>
        </p:nvSpPr>
        <p:spPr>
          <a:xfrm>
            <a:off x="646113" y="1590675"/>
            <a:ext cx="10899775" cy="4478338"/>
          </a:xfrm>
        </p:spPr>
        <p:txBody>
          <a:bodyPr/>
          <a:lstStyle/>
          <a:p>
            <a:endParaRPr lang="en-IN"/>
          </a:p>
        </p:txBody>
      </p:sp>
    </p:spTree>
    <p:extLst>
      <p:ext uri="{BB962C8B-B14F-4D97-AF65-F5344CB8AC3E}">
        <p14:creationId xmlns:p14="http://schemas.microsoft.com/office/powerpoint/2010/main" val="11714135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4090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C1687-E0B3-1B7F-1BA5-01716296A4CB}"/>
              </a:ext>
            </a:extLst>
          </p:cNvPr>
          <p:cNvSpPr>
            <a:spLocks noGrp="1"/>
          </p:cNvSpPr>
          <p:nvPr>
            <p:ph type="title"/>
          </p:nvPr>
        </p:nvSpPr>
        <p:spPr/>
        <p:txBody>
          <a:bodyPr/>
          <a:lstStyle/>
          <a:p>
            <a:r>
              <a:rPr lang="en-US"/>
              <a:t>Click to edit Master title style</a:t>
            </a:r>
            <a:endParaRPr lang="en-AT"/>
          </a:p>
        </p:txBody>
      </p:sp>
      <p:sp>
        <p:nvSpPr>
          <p:cNvPr id="3" name="Content Placeholder 2">
            <a:extLst>
              <a:ext uri="{FF2B5EF4-FFF2-40B4-BE49-F238E27FC236}">
                <a16:creationId xmlns:a16="http://schemas.microsoft.com/office/drawing/2014/main" id="{D7CC22DF-3771-C3AA-BD9B-F1671F63BF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F25C5C04-1C0E-DC53-1F20-9FC7B6BDD68C}"/>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5" name="Footer Placeholder 4">
            <a:extLst>
              <a:ext uri="{FF2B5EF4-FFF2-40B4-BE49-F238E27FC236}">
                <a16:creationId xmlns:a16="http://schemas.microsoft.com/office/drawing/2014/main" id="{5BF89C7C-11A8-6B3F-30D5-D26E528C8C10}"/>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0581250A-D044-C0A8-2C02-2FCC60E6E376}"/>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18361457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CB52-189C-A064-573A-6C0D5FA9C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T"/>
          </a:p>
        </p:txBody>
      </p:sp>
      <p:sp>
        <p:nvSpPr>
          <p:cNvPr id="3" name="Text Placeholder 2">
            <a:extLst>
              <a:ext uri="{FF2B5EF4-FFF2-40B4-BE49-F238E27FC236}">
                <a16:creationId xmlns:a16="http://schemas.microsoft.com/office/drawing/2014/main" id="{030225CE-69E4-FEE8-8446-6DF8C27C86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AAD249-5D50-25DB-F080-767883549B6C}"/>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5" name="Footer Placeholder 4">
            <a:extLst>
              <a:ext uri="{FF2B5EF4-FFF2-40B4-BE49-F238E27FC236}">
                <a16:creationId xmlns:a16="http://schemas.microsoft.com/office/drawing/2014/main" id="{290E7102-3C29-CDAB-356E-82A1BE3AF6DF}"/>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3E18C3C2-FC0D-19B8-48BC-815084BB1F55}"/>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5021914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E6EB-1790-2758-2CA5-2FBB26E8D20A}"/>
              </a:ext>
            </a:extLst>
          </p:cNvPr>
          <p:cNvSpPr>
            <a:spLocks noGrp="1"/>
          </p:cNvSpPr>
          <p:nvPr>
            <p:ph type="title"/>
          </p:nvPr>
        </p:nvSpPr>
        <p:spPr/>
        <p:txBody>
          <a:bodyPr/>
          <a:lstStyle/>
          <a:p>
            <a:r>
              <a:rPr lang="en-US"/>
              <a:t>Click to edit Master title style</a:t>
            </a:r>
            <a:endParaRPr lang="en-AT"/>
          </a:p>
        </p:txBody>
      </p:sp>
      <p:sp>
        <p:nvSpPr>
          <p:cNvPr id="3" name="Content Placeholder 2">
            <a:extLst>
              <a:ext uri="{FF2B5EF4-FFF2-40B4-BE49-F238E27FC236}">
                <a16:creationId xmlns:a16="http://schemas.microsoft.com/office/drawing/2014/main" id="{EF349AAE-6641-0563-090E-084F278BE7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Content Placeholder 3">
            <a:extLst>
              <a:ext uri="{FF2B5EF4-FFF2-40B4-BE49-F238E27FC236}">
                <a16:creationId xmlns:a16="http://schemas.microsoft.com/office/drawing/2014/main" id="{6C4F4ED9-822F-A519-C2EE-0FED1521DB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5" name="Date Placeholder 4">
            <a:extLst>
              <a:ext uri="{FF2B5EF4-FFF2-40B4-BE49-F238E27FC236}">
                <a16:creationId xmlns:a16="http://schemas.microsoft.com/office/drawing/2014/main" id="{1942AA47-5505-A54D-5BDD-30956F691514}"/>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6" name="Footer Placeholder 5">
            <a:extLst>
              <a:ext uri="{FF2B5EF4-FFF2-40B4-BE49-F238E27FC236}">
                <a16:creationId xmlns:a16="http://schemas.microsoft.com/office/drawing/2014/main" id="{B4E23B0E-0F14-3697-0B47-F7B56CFF31E7}"/>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8DAE1557-28C7-7EEA-3899-E04C3A89C83C}"/>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23014248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2EC3-F818-DEAC-7954-57F54EA0A9DA}"/>
              </a:ext>
            </a:extLst>
          </p:cNvPr>
          <p:cNvSpPr>
            <a:spLocks noGrp="1"/>
          </p:cNvSpPr>
          <p:nvPr>
            <p:ph type="title"/>
          </p:nvPr>
        </p:nvSpPr>
        <p:spPr>
          <a:xfrm>
            <a:off x="839788" y="365125"/>
            <a:ext cx="10515600" cy="1325563"/>
          </a:xfrm>
        </p:spPr>
        <p:txBody>
          <a:bodyPr/>
          <a:lstStyle/>
          <a:p>
            <a:r>
              <a:rPr lang="en-US"/>
              <a:t>Click to edit Master title style</a:t>
            </a:r>
            <a:endParaRPr lang="en-AT"/>
          </a:p>
        </p:txBody>
      </p:sp>
      <p:sp>
        <p:nvSpPr>
          <p:cNvPr id="3" name="Text Placeholder 2">
            <a:extLst>
              <a:ext uri="{FF2B5EF4-FFF2-40B4-BE49-F238E27FC236}">
                <a16:creationId xmlns:a16="http://schemas.microsoft.com/office/drawing/2014/main" id="{DF6FCFD4-C94F-D2C1-72A0-3004EABF7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B01FCF-E61E-035D-1D0C-10D97D320B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5" name="Text Placeholder 4">
            <a:extLst>
              <a:ext uri="{FF2B5EF4-FFF2-40B4-BE49-F238E27FC236}">
                <a16:creationId xmlns:a16="http://schemas.microsoft.com/office/drawing/2014/main" id="{06A5C84D-1418-B9DA-07B1-75CBC6918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481397-D3C8-7AE6-0288-5B2E1E5E98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7" name="Date Placeholder 6">
            <a:extLst>
              <a:ext uri="{FF2B5EF4-FFF2-40B4-BE49-F238E27FC236}">
                <a16:creationId xmlns:a16="http://schemas.microsoft.com/office/drawing/2014/main" id="{1FB89182-FCAF-94E0-2009-9B82F667F1C0}"/>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8" name="Footer Placeholder 7">
            <a:extLst>
              <a:ext uri="{FF2B5EF4-FFF2-40B4-BE49-F238E27FC236}">
                <a16:creationId xmlns:a16="http://schemas.microsoft.com/office/drawing/2014/main" id="{7BD8AA2A-A872-AED0-E7DF-01A9273379F5}"/>
              </a:ext>
            </a:extLst>
          </p:cNvPr>
          <p:cNvSpPr>
            <a:spLocks noGrp="1"/>
          </p:cNvSpPr>
          <p:nvPr>
            <p:ph type="ftr" sz="quarter" idx="11"/>
          </p:nvPr>
        </p:nvSpPr>
        <p:spPr/>
        <p:txBody>
          <a:bodyPr/>
          <a:lstStyle/>
          <a:p>
            <a:endParaRPr lang="en-AT"/>
          </a:p>
        </p:txBody>
      </p:sp>
      <p:sp>
        <p:nvSpPr>
          <p:cNvPr id="9" name="Slide Number Placeholder 8">
            <a:extLst>
              <a:ext uri="{FF2B5EF4-FFF2-40B4-BE49-F238E27FC236}">
                <a16:creationId xmlns:a16="http://schemas.microsoft.com/office/drawing/2014/main" id="{0CF610F6-2D6E-74DD-8F10-C4B8FB1A3F69}"/>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31925950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0A93E-7550-B49D-EABC-4793F7185819}"/>
              </a:ext>
            </a:extLst>
          </p:cNvPr>
          <p:cNvSpPr>
            <a:spLocks noGrp="1"/>
          </p:cNvSpPr>
          <p:nvPr>
            <p:ph type="title"/>
          </p:nvPr>
        </p:nvSpPr>
        <p:spPr/>
        <p:txBody>
          <a:bodyPr/>
          <a:lstStyle/>
          <a:p>
            <a:r>
              <a:rPr lang="en-US"/>
              <a:t>Click to edit Master title style</a:t>
            </a:r>
            <a:endParaRPr lang="en-AT"/>
          </a:p>
        </p:txBody>
      </p:sp>
      <p:sp>
        <p:nvSpPr>
          <p:cNvPr id="3" name="Date Placeholder 2">
            <a:extLst>
              <a:ext uri="{FF2B5EF4-FFF2-40B4-BE49-F238E27FC236}">
                <a16:creationId xmlns:a16="http://schemas.microsoft.com/office/drawing/2014/main" id="{DADEA335-3FFB-7D55-7019-7B2A8AF4945F}"/>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4" name="Footer Placeholder 3">
            <a:extLst>
              <a:ext uri="{FF2B5EF4-FFF2-40B4-BE49-F238E27FC236}">
                <a16:creationId xmlns:a16="http://schemas.microsoft.com/office/drawing/2014/main" id="{0020FF45-28A1-914E-9EF8-959944DC95EF}"/>
              </a:ext>
            </a:extLst>
          </p:cNvPr>
          <p:cNvSpPr>
            <a:spLocks noGrp="1"/>
          </p:cNvSpPr>
          <p:nvPr>
            <p:ph type="ftr" sz="quarter" idx="11"/>
          </p:nvPr>
        </p:nvSpPr>
        <p:spPr/>
        <p:txBody>
          <a:bodyPr/>
          <a:lstStyle/>
          <a:p>
            <a:endParaRPr lang="en-AT"/>
          </a:p>
        </p:txBody>
      </p:sp>
      <p:sp>
        <p:nvSpPr>
          <p:cNvPr id="5" name="Slide Number Placeholder 4">
            <a:extLst>
              <a:ext uri="{FF2B5EF4-FFF2-40B4-BE49-F238E27FC236}">
                <a16:creationId xmlns:a16="http://schemas.microsoft.com/office/drawing/2014/main" id="{9D110F4F-B73F-2EAF-592B-95C03F11395A}"/>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31688352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91F336-EED7-D71A-BC29-0059CE94A50E}"/>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3" name="Footer Placeholder 2">
            <a:extLst>
              <a:ext uri="{FF2B5EF4-FFF2-40B4-BE49-F238E27FC236}">
                <a16:creationId xmlns:a16="http://schemas.microsoft.com/office/drawing/2014/main" id="{9FF482E7-8CAC-5C8B-1956-BBA3F89CEC4B}"/>
              </a:ext>
            </a:extLst>
          </p:cNvPr>
          <p:cNvSpPr>
            <a:spLocks noGrp="1"/>
          </p:cNvSpPr>
          <p:nvPr>
            <p:ph type="ftr" sz="quarter" idx="11"/>
          </p:nvPr>
        </p:nvSpPr>
        <p:spPr/>
        <p:txBody>
          <a:bodyPr/>
          <a:lstStyle/>
          <a:p>
            <a:endParaRPr lang="en-AT"/>
          </a:p>
        </p:txBody>
      </p:sp>
      <p:sp>
        <p:nvSpPr>
          <p:cNvPr id="4" name="Slide Number Placeholder 3">
            <a:extLst>
              <a:ext uri="{FF2B5EF4-FFF2-40B4-BE49-F238E27FC236}">
                <a16:creationId xmlns:a16="http://schemas.microsoft.com/office/drawing/2014/main" id="{E97D5003-7361-DA64-22BA-0C7F199FD0F4}"/>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996260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86079-DACC-04A6-A157-E85B4DF417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T"/>
          </a:p>
        </p:txBody>
      </p:sp>
      <p:sp>
        <p:nvSpPr>
          <p:cNvPr id="3" name="Content Placeholder 2">
            <a:extLst>
              <a:ext uri="{FF2B5EF4-FFF2-40B4-BE49-F238E27FC236}">
                <a16:creationId xmlns:a16="http://schemas.microsoft.com/office/drawing/2014/main" id="{B9C02831-B651-B616-79D6-2C25F65BD0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Text Placeholder 3">
            <a:extLst>
              <a:ext uri="{FF2B5EF4-FFF2-40B4-BE49-F238E27FC236}">
                <a16:creationId xmlns:a16="http://schemas.microsoft.com/office/drawing/2014/main" id="{F5924762-4CC2-FDC4-5EB4-6297BBFF95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BB2488-AEAF-0974-888D-B6583EEB4B3D}"/>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6" name="Footer Placeholder 5">
            <a:extLst>
              <a:ext uri="{FF2B5EF4-FFF2-40B4-BE49-F238E27FC236}">
                <a16:creationId xmlns:a16="http://schemas.microsoft.com/office/drawing/2014/main" id="{0F1AA5AB-9662-F549-FD3F-D0C401E4B191}"/>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2E0C9942-1F60-7303-AD54-996FB4F2C993}"/>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660172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C96B2-7B59-A5D6-C790-A2D696867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T"/>
          </a:p>
        </p:txBody>
      </p:sp>
      <p:sp>
        <p:nvSpPr>
          <p:cNvPr id="3" name="Picture Placeholder 2">
            <a:extLst>
              <a:ext uri="{FF2B5EF4-FFF2-40B4-BE49-F238E27FC236}">
                <a16:creationId xmlns:a16="http://schemas.microsoft.com/office/drawing/2014/main" id="{80821D88-B980-32A0-02C8-320DAB15F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T"/>
          </a:p>
        </p:txBody>
      </p:sp>
      <p:sp>
        <p:nvSpPr>
          <p:cNvPr id="4" name="Text Placeholder 3">
            <a:extLst>
              <a:ext uri="{FF2B5EF4-FFF2-40B4-BE49-F238E27FC236}">
                <a16:creationId xmlns:a16="http://schemas.microsoft.com/office/drawing/2014/main" id="{18CBD9EA-A117-F30E-6B68-A7ED9588E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C7B82-68F7-16ED-CAB0-3D428060514A}"/>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6" name="Footer Placeholder 5">
            <a:extLst>
              <a:ext uri="{FF2B5EF4-FFF2-40B4-BE49-F238E27FC236}">
                <a16:creationId xmlns:a16="http://schemas.microsoft.com/office/drawing/2014/main" id="{1C5E4504-D573-6E95-3E4B-1A99DBD7655B}"/>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DBEF61F3-9527-721E-4BAD-7CC7D7F81878}"/>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15082089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2156-4372-6D00-D9FB-66C0CCCB8B3D}"/>
              </a:ext>
            </a:extLst>
          </p:cNvPr>
          <p:cNvSpPr>
            <a:spLocks noGrp="1"/>
          </p:cNvSpPr>
          <p:nvPr>
            <p:ph type="title"/>
          </p:nvPr>
        </p:nvSpPr>
        <p:spPr/>
        <p:txBody>
          <a:bodyPr/>
          <a:lstStyle/>
          <a:p>
            <a:r>
              <a:rPr lang="en-US"/>
              <a:t>Click to edit Master title style</a:t>
            </a:r>
            <a:endParaRPr lang="en-AT"/>
          </a:p>
        </p:txBody>
      </p:sp>
      <p:sp>
        <p:nvSpPr>
          <p:cNvPr id="3" name="Vertical Text Placeholder 2">
            <a:extLst>
              <a:ext uri="{FF2B5EF4-FFF2-40B4-BE49-F238E27FC236}">
                <a16:creationId xmlns:a16="http://schemas.microsoft.com/office/drawing/2014/main" id="{818DE48E-3DBC-8B6A-E7B5-11021D61D4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5678353B-7178-5DC7-09ED-7DDA758D03F2}"/>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5" name="Footer Placeholder 4">
            <a:extLst>
              <a:ext uri="{FF2B5EF4-FFF2-40B4-BE49-F238E27FC236}">
                <a16:creationId xmlns:a16="http://schemas.microsoft.com/office/drawing/2014/main" id="{66616D2E-803E-9565-E42C-7E2EEE1DCED1}"/>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98690639-FA99-153E-1B41-8CD03BC77D46}"/>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40343569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9E2EB1-D123-1F97-42FD-E1866678E9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T"/>
          </a:p>
        </p:txBody>
      </p:sp>
      <p:sp>
        <p:nvSpPr>
          <p:cNvPr id="3" name="Vertical Text Placeholder 2">
            <a:extLst>
              <a:ext uri="{FF2B5EF4-FFF2-40B4-BE49-F238E27FC236}">
                <a16:creationId xmlns:a16="http://schemas.microsoft.com/office/drawing/2014/main" id="{33BEF0D6-9791-2D63-8441-411D80C214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4B4B3ED4-3AAC-0B14-93B3-B16185F97842}"/>
              </a:ext>
            </a:extLst>
          </p:cNvPr>
          <p:cNvSpPr>
            <a:spLocks noGrp="1"/>
          </p:cNvSpPr>
          <p:nvPr>
            <p:ph type="dt" sz="half" idx="10"/>
          </p:nvPr>
        </p:nvSpPr>
        <p:spPr/>
        <p:txBody>
          <a:bodyPr/>
          <a:lstStyle/>
          <a:p>
            <a:fld id="{73CEEEEC-325D-44AA-BA22-FA5D3C17D8C4}" type="datetimeFigureOut">
              <a:rPr lang="en-AT" smtClean="0"/>
              <a:t>20/10/2025</a:t>
            </a:fld>
            <a:endParaRPr lang="en-AT"/>
          </a:p>
        </p:txBody>
      </p:sp>
      <p:sp>
        <p:nvSpPr>
          <p:cNvPr id="5" name="Footer Placeholder 4">
            <a:extLst>
              <a:ext uri="{FF2B5EF4-FFF2-40B4-BE49-F238E27FC236}">
                <a16:creationId xmlns:a16="http://schemas.microsoft.com/office/drawing/2014/main" id="{DDCED82F-5D12-5C05-C007-923D64048ABD}"/>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382A34AD-BEDE-001C-41D7-95E4E9A86C86}"/>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32120318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2407533" y="6506084"/>
            <a:ext cx="7021975" cy="442052"/>
          </a:xfrm>
        </p:spPr>
        <p:txBody>
          <a:bodyPr lIns="91440" rIns="91440">
            <a:normAutofit/>
          </a:bodyPr>
          <a:lstStyle>
            <a:lvl1pPr marL="0" indent="0" algn="ctr">
              <a:buNone/>
              <a:defRPr sz="1400" cap="all" spc="200" baseline="0">
                <a:solidFill>
                  <a:schemeClr val="bg1"/>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11" name="Title 10">
            <a:extLst>
              <a:ext uri="{FF2B5EF4-FFF2-40B4-BE49-F238E27FC236}">
                <a16:creationId xmlns:a16="http://schemas.microsoft.com/office/drawing/2014/main" id="{A0CA71B0-6850-487C-8D32-71F9A0B1E7EA}"/>
              </a:ext>
            </a:extLst>
          </p:cNvPr>
          <p:cNvSpPr>
            <a:spLocks noGrp="1"/>
          </p:cNvSpPr>
          <p:nvPr>
            <p:ph type="title"/>
          </p:nvPr>
        </p:nvSpPr>
        <p:spPr>
          <a:xfrm>
            <a:off x="269175" y="229745"/>
            <a:ext cx="11625942" cy="813326"/>
          </a:xfrm>
        </p:spPr>
        <p:txBody>
          <a:bodyPr/>
          <a:lstStyle/>
          <a:p>
            <a:r>
              <a:rPr lang="en-US"/>
              <a:t>Click to edit Master title style</a:t>
            </a:r>
          </a:p>
        </p:txBody>
      </p:sp>
    </p:spTree>
    <p:extLst>
      <p:ext uri="{BB962C8B-B14F-4D97-AF65-F5344CB8AC3E}">
        <p14:creationId xmlns:p14="http://schemas.microsoft.com/office/powerpoint/2010/main" val="38904822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2" name="Title Placeholder 1"/>
          <p:cNvSpPr>
            <a:spLocks noGrp="1"/>
          </p:cNvSpPr>
          <p:nvPr>
            <p:ph type="title"/>
          </p:nvPr>
        </p:nvSpPr>
        <p:spPr>
          <a:xfrm>
            <a:off x="290755" y="195759"/>
            <a:ext cx="11575375" cy="81332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290755" y="1381585"/>
            <a:ext cx="11575376" cy="4487509"/>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0511B42-7EB3-4A6F-8DA9-A08B47F270A6}" type="datetimeFigureOut">
              <a:rPr lang="en-US" smtClean="0"/>
              <a:t>10/20/2025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12" name="Rectangle 11">
            <a:extLst>
              <a:ext uri="{FF2B5EF4-FFF2-40B4-BE49-F238E27FC236}">
                <a16:creationId xmlns:a16="http://schemas.microsoft.com/office/drawing/2014/main" id="{1A14E1F7-F00B-4378-A49F-4FCBAF30404E}"/>
              </a:ext>
            </a:extLst>
          </p:cNvPr>
          <p:cNvSpPr/>
          <p:nvPr userDrawn="1"/>
        </p:nvSpPr>
        <p:spPr>
          <a:xfrm flipV="1">
            <a:off x="290755" y="1040495"/>
            <a:ext cx="1157537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pic>
        <p:nvPicPr>
          <p:cNvPr id="10" name="Picture 9">
            <a:extLst>
              <a:ext uri="{FF2B5EF4-FFF2-40B4-BE49-F238E27FC236}">
                <a16:creationId xmlns:a16="http://schemas.microsoft.com/office/drawing/2014/main" id="{3AADF6F6-28BD-41AA-B9AB-F15D1CDB525F}"/>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10462685" y="6477928"/>
            <a:ext cx="1097847" cy="302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831218"/>
      </p:ext>
    </p:extLst>
  </p:cSld>
  <p:clrMap bg1="lt1" tx1="dk1" bg2="lt2" tx2="dk2" accent1="accent1" accent2="accent2" accent3="accent3" accent4="accent4" accent5="accent5" accent6="accent6" hlink="hlink" folHlink="folHlink"/>
  <p:sldLayoutIdLst>
    <p:sldLayoutId id="2147483932" r:id="rId1"/>
    <p:sldLayoutId id="2147483945" r:id="rId2"/>
    <p:sldLayoutId id="2147483933" r:id="rId3"/>
    <p:sldLayoutId id="2147483934" r:id="rId4"/>
    <p:sldLayoutId id="2147483935" r:id="rId5"/>
    <p:sldLayoutId id="2147483936" r:id="rId6"/>
    <p:sldLayoutId id="2147483938" r:id="rId7"/>
    <p:sldLayoutId id="2147483946" r:id="rId8"/>
    <p:sldLayoutId id="2147483947" r:id="rId9"/>
    <p:sldLayoutId id="2147483948" r:id="rId10"/>
    <p:sldLayoutId id="2147483949" r:id="rId11"/>
    <p:sldLayoutId id="2147483951" r:id="rId12"/>
    <p:sldLayoutId id="2147483952" r:id="rId13"/>
    <p:sldLayoutId id="2147483953" r:id="rId14"/>
    <p:sldLayoutId id="2147483956" r:id="rId15"/>
    <p:sldLayoutId id="2147483957" r:id="rId16"/>
    <p:sldLayoutId id="2147483959" r:id="rId17"/>
    <p:sldLayoutId id="2147483960" r:id="rId18"/>
    <p:sldLayoutId id="2147483961" r:id="rId19"/>
    <p:sldLayoutId id="2147483962" r:id="rId20"/>
    <p:sldLayoutId id="2147483964" r:id="rId2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E54E4E-5298-CE02-30E9-218AB27CF7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T"/>
          </a:p>
        </p:txBody>
      </p:sp>
      <p:sp>
        <p:nvSpPr>
          <p:cNvPr id="3" name="Text Placeholder 2">
            <a:extLst>
              <a:ext uri="{FF2B5EF4-FFF2-40B4-BE49-F238E27FC236}">
                <a16:creationId xmlns:a16="http://schemas.microsoft.com/office/drawing/2014/main" id="{05DF7181-31A4-9AC2-1253-C07EACF24A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E46AB0E2-EB1B-7239-6BAF-E2F8EE96F6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CEEEEC-325D-44AA-BA22-FA5D3C17D8C4}" type="datetimeFigureOut">
              <a:rPr lang="en-AT" smtClean="0"/>
              <a:t>20/10/2025</a:t>
            </a:fld>
            <a:endParaRPr lang="en-AT"/>
          </a:p>
        </p:txBody>
      </p:sp>
      <p:sp>
        <p:nvSpPr>
          <p:cNvPr id="5" name="Footer Placeholder 4">
            <a:extLst>
              <a:ext uri="{FF2B5EF4-FFF2-40B4-BE49-F238E27FC236}">
                <a16:creationId xmlns:a16="http://schemas.microsoft.com/office/drawing/2014/main" id="{99E79FB0-B118-6737-8F25-E285D2C169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T"/>
          </a:p>
        </p:txBody>
      </p:sp>
      <p:sp>
        <p:nvSpPr>
          <p:cNvPr id="6" name="Slide Number Placeholder 5">
            <a:extLst>
              <a:ext uri="{FF2B5EF4-FFF2-40B4-BE49-F238E27FC236}">
                <a16:creationId xmlns:a16="http://schemas.microsoft.com/office/drawing/2014/main" id="{50D0B5D4-9151-B0D8-F548-C60683F6E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71CF90-7E5C-482B-B30E-05D90E010562}" type="slidenum">
              <a:rPr lang="en-AT" smtClean="0"/>
              <a:t>‹#›</a:t>
            </a:fld>
            <a:endParaRPr lang="en-AT"/>
          </a:p>
        </p:txBody>
      </p:sp>
    </p:spTree>
    <p:extLst>
      <p:ext uri="{BB962C8B-B14F-4D97-AF65-F5344CB8AC3E}">
        <p14:creationId xmlns:p14="http://schemas.microsoft.com/office/powerpoint/2010/main" val="1557172778"/>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6.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0.xml"/><Relationship Id="rId3" Type="http://schemas.openxmlformats.org/officeDocument/2006/relationships/notesSlide" Target="../notesSlides/notesSlide50.xml"/><Relationship Id="rId4" Type="http://schemas.openxmlformats.org/officeDocument/2006/relationships/image" Target="../media/image147.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0.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154.jpe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vert="horz" lIns="91440" tIns="45720" rIns="91440" bIns="45720" rtlCol="0" anchor="t">
            <a:normAutofit/>
          </a:bodyPr>
          <a:lstStyle/>
          <a:p>
            <a:pPr algn="ctr"/>
            <a:endParaRPr lang="en-AT" noProof="0"/>
          </a:p>
          <a:p>
            <a:pPr algn="ctr"/>
            <a:r>
              <a:rPr lang="en-US" noProof="0"/>
              <a:t>alexander</a:t>
            </a:r>
            <a:r>
              <a:rPr lang="en-US" noProof="0" dirty="0"/>
              <a:t>.</a:t>
            </a:r>
            <a:r>
              <a:rPr lang="en-US" dirty="0"/>
              <a:t>Kastil</a:t>
            </a:r>
            <a:r>
              <a:rPr lang="en-US" noProof="0" dirty="0"/>
              <a:t>@integrations.at</a:t>
            </a:r>
          </a:p>
          <a:p>
            <a:endParaRPr lang="en-US" noProof="0" dirty="0"/>
          </a:p>
        </p:txBody>
      </p:sp>
      <p:sp>
        <p:nvSpPr>
          <p:cNvPr id="2" name="Title 1"/>
          <p:cNvSpPr>
            <a:spLocks noGrp="1"/>
          </p:cNvSpPr>
          <p:nvPr>
            <p:ph type="title"/>
          </p:nvPr>
        </p:nvSpPr>
        <p:spPr/>
        <p:txBody>
          <a:bodyPr>
            <a:noAutofit/>
          </a:bodyPr>
          <a:lstStyle/>
          <a:p>
            <a:r>
              <a:rPr lang="en-US" sz="4400">
                <a:solidFill>
                  <a:schemeClr val="tx1">
                    <a:lumMod val="85000"/>
                    <a:lumOff val="15000"/>
                  </a:schemeClr>
                </a:solidFill>
                <a:ea typeface="Calibri Light"/>
                <a:cs typeface="Calibri Light"/>
              </a:rPr>
              <a:t>Publishing &amp; Maintaining Copilot Studio Agents</a:t>
            </a:r>
          </a:p>
        </p:txBody>
      </p:sp>
      <p:pic>
        <p:nvPicPr>
          <p:cNvPr id="1028" name="Picture 4" descr="Ai assistant - Free technology icons">
            <a:extLst>
              <a:ext uri="{FF2B5EF4-FFF2-40B4-BE49-F238E27FC236}">
                <a16:creationId xmlns:a16="http://schemas.microsoft.com/office/drawing/2014/main" id="{BA57358B-7CB1-A74E-D7FF-FD19D2595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6840" y="1609847"/>
            <a:ext cx="2245010" cy="22450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9F52DD0-AB40-2135-645C-D16020E3D018}"/>
              </a:ext>
            </a:extLst>
          </p:cNvPr>
          <p:cNvPicPr>
            <a:picLocks noChangeAspect="1"/>
          </p:cNvPicPr>
          <p:nvPr/>
        </p:nvPicPr>
        <p:blipFill>
          <a:blip r:embed="rId3"/>
          <a:stretch>
            <a:fillRect/>
          </a:stretch>
        </p:blipFill>
        <p:spPr>
          <a:xfrm>
            <a:off x="3348815" y="1566886"/>
            <a:ext cx="2287314" cy="2287314"/>
          </a:xfrm>
          <a:prstGeom prst="rect">
            <a:avLst/>
          </a:prstGeom>
        </p:spPr>
      </p:pic>
    </p:spTree>
    <p:extLst>
      <p:ext uri="{BB962C8B-B14F-4D97-AF65-F5344CB8AC3E}">
        <p14:creationId xmlns:p14="http://schemas.microsoft.com/office/powerpoint/2010/main" val="1025564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99182" y="1433027"/>
            <a:ext cx="10580282" cy="4197600"/>
          </a:xfrm>
        </p:spPr>
        <p:txBody>
          <a:bodyPr vert="horz" lIns="0" tIns="45720" rIns="0" bIns="45720" rtlCol="0" anchor="t">
            <a:normAutofit/>
          </a:bodyPr>
          <a:lstStyle/>
          <a:p>
            <a:pPr marL="927608" lvl="1" indent="-342900" fontAlgn="base">
              <a:lnSpc>
                <a:spcPct val="150000"/>
              </a:lnSpc>
            </a:pPr>
            <a:r>
              <a:rPr lang="en-US" dirty="0">
                <a:solidFill>
                  <a:srgbClr val="404040"/>
                </a:solidFill>
                <a:latin typeface="Calibri"/>
                <a:ea typeface="Calibri"/>
                <a:cs typeface="Calibri"/>
              </a:rPr>
              <a:t>Copilot Studio Basics</a:t>
            </a:r>
            <a:endParaRPr lang="en-AT" dirty="0">
              <a:solidFill>
                <a:srgbClr val="404040"/>
              </a:solidFill>
              <a:latin typeface="Calibri"/>
              <a:ea typeface="Calibri"/>
              <a:cs typeface="Calibri"/>
            </a:endParaRPr>
          </a:p>
          <a:p>
            <a:pPr marL="927608" lvl="1" indent="-342900" fontAlgn="base">
              <a:lnSpc>
                <a:spcPct val="150000"/>
              </a:lnSpc>
            </a:pPr>
            <a:r>
              <a:rPr lang="en-US" dirty="0"/>
              <a:t>Extending Copilot Studio Agents Tools</a:t>
            </a:r>
            <a:endParaRPr lang="en-AT" dirty="0">
              <a:solidFill>
                <a:srgbClr val="404040"/>
              </a:solidFill>
              <a:latin typeface="Calibri"/>
              <a:ea typeface="Calibri"/>
              <a:cs typeface="Calibri"/>
            </a:endParaRPr>
          </a:p>
          <a:p>
            <a:pPr marL="927608" lvl="1" indent="-342900" fontAlgn="base">
              <a:lnSpc>
                <a:spcPct val="150000"/>
              </a:lnSpc>
            </a:pPr>
            <a:r>
              <a:rPr lang="de-DE" dirty="0" err="1"/>
              <a:t>Advanced</a:t>
            </a:r>
            <a:r>
              <a:rPr lang="de-DE" dirty="0"/>
              <a:t> Copilot Studio </a:t>
            </a:r>
            <a:r>
              <a:rPr lang="de-DE" dirty="0" err="1"/>
              <a:t>Agents</a:t>
            </a:r>
            <a:endParaRPr lang="en-AT" dirty="0"/>
          </a:p>
          <a:p>
            <a:pPr marL="927608" lvl="1" indent="-342900" fontAlgn="base">
              <a:lnSpc>
                <a:spcPct val="150000"/>
              </a:lnSpc>
            </a:pPr>
            <a:r>
              <a:rPr lang="en-US" dirty="0"/>
              <a:t>Monitoring Copilot Studio Agents</a:t>
            </a:r>
          </a:p>
          <a:p>
            <a:pPr marL="927608" lvl="1" indent="-342900" fontAlgn="base">
              <a:lnSpc>
                <a:spcPct val="150000"/>
              </a:lnSpc>
            </a:pPr>
            <a:endParaRPr lang="en-US" dirty="0"/>
          </a:p>
        </p:txBody>
      </p:sp>
      <p:sp>
        <p:nvSpPr>
          <p:cNvPr id="4" name="Title 3"/>
          <p:cNvSpPr>
            <a:spLocks noGrp="1"/>
          </p:cNvSpPr>
          <p:nvPr>
            <p:ph type="title"/>
          </p:nvPr>
        </p:nvSpPr>
        <p:spPr/>
        <p:txBody>
          <a:bodyPr/>
          <a:lstStyle/>
          <a:p>
            <a:r>
              <a:rPr lang="en-US" noProof="0"/>
              <a:t>Agenda</a:t>
            </a:r>
          </a:p>
        </p:txBody>
      </p:sp>
    </p:spTree>
    <p:extLst>
      <p:ext uri="{BB962C8B-B14F-4D97-AF65-F5344CB8AC3E}">
        <p14:creationId xmlns:p14="http://schemas.microsoft.com/office/powerpoint/2010/main" val="181492583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BFC6C-9A45-BF44-DF7F-A7F391A8711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81E8AF8-00F7-AC3E-C3EF-B50DF6DB575E}"/>
              </a:ext>
            </a:extLst>
          </p:cNvPr>
          <p:cNvSpPr>
            <a:spLocks noGrp="1"/>
          </p:cNvSpPr>
          <p:nvPr>
            <p:ph idx="1"/>
          </p:nvPr>
        </p:nvSpPr>
        <p:spPr>
          <a:xfrm>
            <a:off x="299182" y="1433027"/>
            <a:ext cx="10580282" cy="4197600"/>
          </a:xfrm>
        </p:spPr>
        <p:txBody>
          <a:bodyPr vert="horz" lIns="0" tIns="45720" rIns="0" bIns="45720" rtlCol="0" anchor="t">
            <a:normAutofit/>
          </a:bodyPr>
          <a:lstStyle/>
          <a:p>
            <a:pPr lvl="1">
              <a:lnSpc>
                <a:spcPct val="150000"/>
              </a:lnSpc>
            </a:pPr>
            <a:r>
              <a:rPr lang="en-AT" dirty="0"/>
              <a:t>Environments, Solutions &amp; the Admin Center</a:t>
            </a:r>
          </a:p>
          <a:p>
            <a:pPr lvl="1">
              <a:lnSpc>
                <a:spcPct val="150000"/>
              </a:lnSpc>
            </a:pPr>
            <a:r>
              <a:rPr lang="en-AT" dirty="0"/>
              <a:t>Publishing Agents &amp; Advanced Channels</a:t>
            </a:r>
          </a:p>
          <a:p>
            <a:pPr lvl="1">
              <a:lnSpc>
                <a:spcPct val="150000"/>
              </a:lnSpc>
            </a:pPr>
            <a:r>
              <a:rPr lang="en-AT" dirty="0"/>
              <a:t>Application Lifecycle Management &amp; Source Control</a:t>
            </a:r>
          </a:p>
          <a:p>
            <a:pPr lvl="1">
              <a:lnSpc>
                <a:spcPct val="150000"/>
              </a:lnSpc>
            </a:pPr>
            <a:r>
              <a:rPr lang="en-AT" dirty="0"/>
              <a:t>Governance, Compliance &amp; Preventing Agent Sprawl</a:t>
            </a:r>
          </a:p>
        </p:txBody>
      </p:sp>
      <p:sp>
        <p:nvSpPr>
          <p:cNvPr id="4" name="Title 3">
            <a:extLst>
              <a:ext uri="{FF2B5EF4-FFF2-40B4-BE49-F238E27FC236}">
                <a16:creationId xmlns:a16="http://schemas.microsoft.com/office/drawing/2014/main" id="{1B680FC8-426C-4EE1-DE6D-DA83AC566C13}"/>
              </a:ext>
            </a:extLst>
          </p:cNvPr>
          <p:cNvSpPr>
            <a:spLocks noGrp="1"/>
          </p:cNvSpPr>
          <p:nvPr>
            <p:ph type="title"/>
          </p:nvPr>
        </p:nvSpPr>
        <p:spPr/>
        <p:txBody>
          <a:bodyPr>
            <a:normAutofit/>
          </a:bodyPr>
          <a:lstStyle/>
          <a:p>
            <a:r>
              <a:rPr lang="en-US" noProof="0"/>
              <a:t>Publishing &amp; Monitoring </a:t>
            </a:r>
            <a:r>
              <a:rPr lang="en-AT" noProof="0"/>
              <a:t>- </a:t>
            </a:r>
            <a:r>
              <a:rPr lang="en-US" noProof="0"/>
              <a:t>Agenda</a:t>
            </a:r>
          </a:p>
        </p:txBody>
      </p:sp>
    </p:spTree>
    <p:extLst>
      <p:ext uri="{BB962C8B-B14F-4D97-AF65-F5344CB8AC3E}">
        <p14:creationId xmlns:p14="http://schemas.microsoft.com/office/powerpoint/2010/main" val="10718772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1A5B5-D863-67BA-EA9B-60C7F0E02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B0B49-5199-2108-BE70-4B5E80D1C150}"/>
              </a:ext>
            </a:extLst>
          </p:cNvPr>
          <p:cNvSpPr>
            <a:spLocks noGrp="1"/>
          </p:cNvSpPr>
          <p:nvPr>
            <p:ph type="title"/>
          </p:nvPr>
        </p:nvSpPr>
        <p:spPr>
          <a:xfrm>
            <a:off x="681162" y="759826"/>
            <a:ext cx="10829676" cy="3443537"/>
          </a:xfrm>
        </p:spPr>
        <p:txBody>
          <a:bodyPr>
            <a:normAutofit/>
          </a:bodyPr>
          <a:lstStyle/>
          <a:p>
            <a:r>
              <a:rPr lang="en-US" dirty="0"/>
              <a:t>Publishing Overview</a:t>
            </a:r>
          </a:p>
        </p:txBody>
      </p:sp>
      <p:sp>
        <p:nvSpPr>
          <p:cNvPr id="3" name="Text Placeholder 2">
            <a:extLst>
              <a:ext uri="{FF2B5EF4-FFF2-40B4-BE49-F238E27FC236}">
                <a16:creationId xmlns:a16="http://schemas.microsoft.com/office/drawing/2014/main" id="{B4F03FA5-D80B-AAE3-ADAD-6CB3689EE5CE}"/>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05090138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F620DE-F9D4-D2FC-9021-2E6252E68034}"/>
              </a:ext>
            </a:extLst>
          </p:cNvPr>
          <p:cNvSpPr>
            <a:spLocks noGrp="1"/>
          </p:cNvSpPr>
          <p:nvPr>
            <p:ph type="title"/>
          </p:nvPr>
        </p:nvSpPr>
        <p:spPr/>
        <p:txBody>
          <a:bodyPr>
            <a:normAutofit fontScale="90000"/>
          </a:bodyPr>
          <a:lstStyle/>
          <a:p>
            <a:r>
              <a:rPr lang="en-AT" dirty="0"/>
              <a:t>Publishing Agents</a:t>
            </a:r>
          </a:p>
        </p:txBody>
      </p:sp>
      <p:sp>
        <p:nvSpPr>
          <p:cNvPr id="7" name="Content Placeholder 6">
            <a:extLst>
              <a:ext uri="{FF2B5EF4-FFF2-40B4-BE49-F238E27FC236}">
                <a16:creationId xmlns:a16="http://schemas.microsoft.com/office/drawing/2014/main" id="{171CFD3D-C030-619B-1071-8CC23898786B}"/>
              </a:ext>
            </a:extLst>
          </p:cNvPr>
          <p:cNvSpPr>
            <a:spLocks noGrp="1"/>
          </p:cNvSpPr>
          <p:nvPr>
            <p:ph sz="half" idx="1"/>
          </p:nvPr>
        </p:nvSpPr>
        <p:spPr/>
        <p:txBody>
          <a:bodyPr>
            <a:normAutofit fontScale="92500" lnSpcReduction="10000"/>
          </a:bodyPr>
          <a:lstStyle/>
          <a:p>
            <a:pPr marL="457200" indent="-457200">
              <a:lnSpc>
                <a:spcPct val="150000"/>
              </a:lnSpc>
              <a:buFont typeface="+mj-lt"/>
              <a:buAutoNum type="arabicPeriod"/>
            </a:pPr>
            <a:r>
              <a:rPr lang="en-US" dirty="0"/>
              <a:t>Prerequisites</a:t>
            </a:r>
            <a:endParaRPr lang="en-AT" dirty="0"/>
          </a:p>
          <a:p>
            <a:pPr lvl="1">
              <a:lnSpc>
                <a:spcPct val="150000"/>
              </a:lnSpc>
            </a:pPr>
            <a:r>
              <a:rPr lang="en-US" dirty="0"/>
              <a:t>Ensure user authentication is configured (Azure Active Directory or Microsoft Entra ID)</a:t>
            </a:r>
            <a:endParaRPr lang="en-AT" dirty="0"/>
          </a:p>
          <a:p>
            <a:pPr marL="457200" indent="-457200">
              <a:lnSpc>
                <a:spcPct val="160000"/>
              </a:lnSpc>
              <a:buFont typeface="+mj-lt"/>
              <a:buAutoNum type="arabicPeriod"/>
            </a:pPr>
            <a:r>
              <a:rPr lang="en-AT" dirty="0"/>
              <a:t>Configure Permissions</a:t>
            </a:r>
          </a:p>
          <a:p>
            <a:pPr lvl="1">
              <a:lnSpc>
                <a:spcPct val="160000"/>
              </a:lnSpc>
            </a:pPr>
            <a:r>
              <a:rPr lang="en-US" dirty="0"/>
              <a:t>Open the agent in Copilot Studio → More (…) → Share.</a:t>
            </a:r>
            <a:endParaRPr lang="en-AT" dirty="0"/>
          </a:p>
          <a:p>
            <a:pPr lvl="1">
              <a:lnSpc>
                <a:spcPct val="160000"/>
              </a:lnSpc>
            </a:pPr>
            <a:r>
              <a:rPr lang="en-US" dirty="0"/>
              <a:t>Select Everyone in .</a:t>
            </a:r>
            <a:endParaRPr lang="en-AT" dirty="0"/>
          </a:p>
          <a:p>
            <a:pPr lvl="1">
              <a:lnSpc>
                <a:spcPct val="160000"/>
              </a:lnSpc>
            </a:pPr>
            <a:r>
              <a:rPr lang="en-US" dirty="0"/>
              <a:t>Choose User – can use the agent</a:t>
            </a:r>
            <a:endParaRPr lang="en-AT" dirty="0"/>
          </a:p>
          <a:p>
            <a:pPr marL="457200" indent="-457200">
              <a:lnSpc>
                <a:spcPct val="150000"/>
              </a:lnSpc>
              <a:buFont typeface="+mj-lt"/>
              <a:buAutoNum type="arabicPeriod"/>
            </a:pPr>
            <a:r>
              <a:rPr lang="de-DE" dirty="0"/>
              <a:t>Publish Agent</a:t>
            </a:r>
            <a:endParaRPr lang="en-AT" dirty="0"/>
          </a:p>
          <a:p>
            <a:pPr lvl="1">
              <a:lnSpc>
                <a:spcPct val="150000"/>
              </a:lnSpc>
            </a:pPr>
            <a:r>
              <a:rPr lang="en-US" dirty="0"/>
              <a:t>In Copilot Studio, open your agent and click Publish</a:t>
            </a:r>
            <a:endParaRPr lang="en-AT" dirty="0"/>
          </a:p>
          <a:p>
            <a:pPr>
              <a:lnSpc>
                <a:spcPct val="150000"/>
              </a:lnSpc>
            </a:pPr>
            <a:endParaRPr lang="en-AT" dirty="0"/>
          </a:p>
        </p:txBody>
      </p:sp>
      <p:sp>
        <p:nvSpPr>
          <p:cNvPr id="8" name="Content Placeholder 7">
            <a:extLst>
              <a:ext uri="{FF2B5EF4-FFF2-40B4-BE49-F238E27FC236}">
                <a16:creationId xmlns:a16="http://schemas.microsoft.com/office/drawing/2014/main" id="{8EFDD428-1F8A-3E1D-8EB7-14AC76341E7E}"/>
              </a:ext>
            </a:extLst>
          </p:cNvPr>
          <p:cNvSpPr>
            <a:spLocks noGrp="1"/>
          </p:cNvSpPr>
          <p:nvPr>
            <p:ph sz="half" idx="2"/>
          </p:nvPr>
        </p:nvSpPr>
        <p:spPr/>
        <p:txBody>
          <a:bodyPr>
            <a:normAutofit fontScale="92500" lnSpcReduction="10000"/>
          </a:bodyPr>
          <a:lstStyle/>
          <a:p>
            <a:pPr marL="457200" indent="-457200">
              <a:lnSpc>
                <a:spcPct val="160000"/>
              </a:lnSpc>
              <a:buFont typeface="+mj-lt"/>
              <a:buAutoNum type="arabicPeriod" startAt="4"/>
            </a:pPr>
            <a:r>
              <a:rPr lang="de-DE" dirty="0" err="1"/>
              <a:t>Configure</a:t>
            </a:r>
            <a:r>
              <a:rPr lang="de-DE" dirty="0"/>
              <a:t> Channels</a:t>
            </a:r>
            <a:endParaRPr lang="en-AT" dirty="0"/>
          </a:p>
          <a:p>
            <a:pPr lvl="1">
              <a:lnSpc>
                <a:spcPct val="160000"/>
              </a:lnSpc>
            </a:pPr>
            <a:r>
              <a:rPr lang="en-US" dirty="0"/>
              <a:t>Go to the Channels tab and add where the agent should be available:</a:t>
            </a:r>
            <a:endParaRPr lang="en-AT" dirty="0"/>
          </a:p>
          <a:p>
            <a:pPr lvl="1">
              <a:lnSpc>
                <a:spcPct val="160000"/>
              </a:lnSpc>
            </a:pPr>
            <a:r>
              <a:rPr lang="en-US" dirty="0"/>
              <a:t>Microsoft Teams (for chats and meetings)</a:t>
            </a:r>
            <a:endParaRPr lang="en-AT" dirty="0"/>
          </a:p>
          <a:p>
            <a:pPr lvl="1">
              <a:lnSpc>
                <a:spcPct val="160000"/>
              </a:lnSpc>
            </a:pPr>
            <a:r>
              <a:rPr lang="en-US" dirty="0"/>
              <a:t>Microsoft 365 Copilot</a:t>
            </a:r>
            <a:endParaRPr lang="en-AT" dirty="0"/>
          </a:p>
          <a:p>
            <a:pPr lvl="1">
              <a:lnSpc>
                <a:spcPct val="160000"/>
              </a:lnSpc>
            </a:pPr>
            <a:r>
              <a:rPr lang="en-US" dirty="0"/>
              <a:t>Optional: SharePoint, custom websites, Power Pages, Azure Bot Service channels</a:t>
            </a:r>
            <a:endParaRPr lang="en-AT" dirty="0"/>
          </a:p>
          <a:p>
            <a:pPr marL="457200" indent="-457200">
              <a:lnSpc>
                <a:spcPct val="160000"/>
              </a:lnSpc>
              <a:buFont typeface="+mj-lt"/>
              <a:buAutoNum type="arabicPeriod" startAt="4"/>
            </a:pPr>
            <a:r>
              <a:rPr lang="de-DE" dirty="0"/>
              <a:t>Licensing</a:t>
            </a:r>
            <a:endParaRPr lang="en-AT" dirty="0"/>
          </a:p>
          <a:p>
            <a:pPr lvl="1">
              <a:lnSpc>
                <a:spcPct val="160000"/>
              </a:lnSpc>
            </a:pPr>
            <a:r>
              <a:rPr lang="en-US" dirty="0"/>
              <a:t>Ensure users have Copilot Studio User License</a:t>
            </a:r>
            <a:r>
              <a:rPr lang="en-AT" dirty="0"/>
              <a:t>s / PAYG</a:t>
            </a:r>
          </a:p>
        </p:txBody>
      </p:sp>
    </p:spTree>
    <p:extLst>
      <p:ext uri="{BB962C8B-B14F-4D97-AF65-F5344CB8AC3E}">
        <p14:creationId xmlns:p14="http://schemas.microsoft.com/office/powerpoint/2010/main" val="143810341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D6611A-5696-FA8C-602A-25215ED26243}"/>
              </a:ext>
            </a:extLst>
          </p:cNvPr>
          <p:cNvSpPr>
            <a:spLocks noGrp="1"/>
          </p:cNvSpPr>
          <p:nvPr>
            <p:ph idx="1"/>
          </p:nvPr>
        </p:nvSpPr>
        <p:spPr/>
        <p:txBody>
          <a:bodyPr>
            <a:normAutofit lnSpcReduction="10000"/>
          </a:bodyPr>
          <a:lstStyle/>
          <a:p>
            <a:pPr>
              <a:lnSpc>
                <a:spcPct val="150000"/>
              </a:lnSpc>
            </a:pPr>
            <a:r>
              <a:rPr lang="en-US" dirty="0"/>
              <a:t>Azure App Registration</a:t>
            </a:r>
            <a:endParaRPr lang="en-AT" dirty="0"/>
          </a:p>
          <a:p>
            <a:pPr lvl="1">
              <a:lnSpc>
                <a:spcPct val="150000"/>
              </a:lnSpc>
            </a:pPr>
            <a:r>
              <a:rPr lang="en-US" dirty="0"/>
              <a:t>Registers the agent as an application in Azure AD to enable secure authentication and API access.</a:t>
            </a:r>
            <a:endParaRPr lang="en-AT" dirty="0"/>
          </a:p>
          <a:p>
            <a:pPr>
              <a:lnSpc>
                <a:spcPct val="150000"/>
              </a:lnSpc>
            </a:pPr>
            <a:r>
              <a:rPr lang="en-US" dirty="0"/>
              <a:t>Microsoft Teams App Package</a:t>
            </a:r>
            <a:endParaRPr lang="en-AT" dirty="0"/>
          </a:p>
          <a:p>
            <a:pPr lvl="1">
              <a:lnSpc>
                <a:spcPct val="150000"/>
              </a:lnSpc>
            </a:pPr>
            <a:r>
              <a:rPr lang="en-US" dirty="0"/>
              <a:t>If Teams is a selected channel, a .zip package is generated containing the manifest, icons, and configuration for deployment in Teams.</a:t>
            </a:r>
            <a:endParaRPr lang="en-AT" dirty="0"/>
          </a:p>
          <a:p>
            <a:pPr>
              <a:lnSpc>
                <a:spcPct val="150000"/>
              </a:lnSpc>
            </a:pPr>
            <a:r>
              <a:rPr lang="en-US" dirty="0"/>
              <a:t>Bot Framework Registration</a:t>
            </a:r>
            <a:endParaRPr lang="en-AT" dirty="0"/>
          </a:p>
          <a:p>
            <a:pPr lvl="1">
              <a:lnSpc>
                <a:spcPct val="150000"/>
              </a:lnSpc>
            </a:pPr>
            <a:r>
              <a:rPr lang="en-US" dirty="0"/>
              <a:t>Links the agent to Azure Bot Services, enabling communication over supported channels like Teams, Web Chat, and more</a:t>
            </a:r>
            <a:endParaRPr lang="en-AT" dirty="0"/>
          </a:p>
          <a:p>
            <a:pPr lvl="1">
              <a:lnSpc>
                <a:spcPct val="150000"/>
              </a:lnSpc>
            </a:pPr>
            <a:r>
              <a:rPr lang="en-US" dirty="0"/>
              <a:t>Sets up endpoints and metadata for each enabled channel (Teams, Direct Line, Web, etc.).</a:t>
            </a:r>
            <a:endParaRPr lang="en-AT" dirty="0"/>
          </a:p>
        </p:txBody>
      </p:sp>
      <p:sp>
        <p:nvSpPr>
          <p:cNvPr id="3" name="Title 2">
            <a:extLst>
              <a:ext uri="{FF2B5EF4-FFF2-40B4-BE49-F238E27FC236}">
                <a16:creationId xmlns:a16="http://schemas.microsoft.com/office/drawing/2014/main" id="{984676F2-DE35-D5FD-489C-835F523C7C61}"/>
              </a:ext>
            </a:extLst>
          </p:cNvPr>
          <p:cNvSpPr>
            <a:spLocks noGrp="1"/>
          </p:cNvSpPr>
          <p:nvPr>
            <p:ph type="title"/>
          </p:nvPr>
        </p:nvSpPr>
        <p:spPr/>
        <p:txBody>
          <a:bodyPr>
            <a:normAutofit fontScale="90000"/>
          </a:bodyPr>
          <a:lstStyle/>
          <a:p>
            <a:r>
              <a:rPr lang="en-AT" dirty="0"/>
              <a:t>A</a:t>
            </a:r>
            <a:r>
              <a:rPr lang="en-US" dirty="0" err="1"/>
              <a:t>rtifacts</a:t>
            </a:r>
            <a:r>
              <a:rPr lang="en-US" dirty="0"/>
              <a:t> Created When Publishing a Copilot Agent</a:t>
            </a:r>
            <a:endParaRPr lang="en-AT" dirty="0"/>
          </a:p>
        </p:txBody>
      </p:sp>
    </p:spTree>
    <p:extLst>
      <p:ext uri="{BB962C8B-B14F-4D97-AF65-F5344CB8AC3E}">
        <p14:creationId xmlns:p14="http://schemas.microsoft.com/office/powerpoint/2010/main" val="260637703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8557A-0B3D-7140-514E-6FF7E0764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5670E-1051-3584-71A6-70EC05C1BBA4}"/>
              </a:ext>
            </a:extLst>
          </p:cNvPr>
          <p:cNvSpPr>
            <a:spLocks noGrp="1"/>
          </p:cNvSpPr>
          <p:nvPr>
            <p:ph type="title"/>
          </p:nvPr>
        </p:nvSpPr>
        <p:spPr>
          <a:xfrm>
            <a:off x="681162" y="759826"/>
            <a:ext cx="10829676" cy="3443537"/>
          </a:xfrm>
        </p:spPr>
        <p:txBody>
          <a:bodyPr>
            <a:normAutofit/>
          </a:bodyPr>
          <a:lstStyle/>
          <a:p>
            <a:r>
              <a:rPr lang="en-US" dirty="0"/>
              <a:t>Environment &amp; </a:t>
            </a:r>
            <a:br>
              <a:rPr lang="en-AT" dirty="0"/>
            </a:br>
            <a:r>
              <a:rPr lang="en-US" dirty="0"/>
              <a:t>Solutions Management</a:t>
            </a:r>
          </a:p>
        </p:txBody>
      </p:sp>
      <p:sp>
        <p:nvSpPr>
          <p:cNvPr id="3" name="Text Placeholder 2">
            <a:extLst>
              <a:ext uri="{FF2B5EF4-FFF2-40B4-BE49-F238E27FC236}">
                <a16:creationId xmlns:a16="http://schemas.microsoft.com/office/drawing/2014/main" id="{41424500-A38C-5105-EE57-8B467D83A3A5}"/>
              </a:ext>
            </a:extLst>
          </p:cNvPr>
          <p:cNvSpPr>
            <a:spLocks noGrp="1"/>
          </p:cNvSpPr>
          <p:nvPr>
            <p:ph type="body" idx="1"/>
          </p:nvPr>
        </p:nvSpPr>
        <p:spPr/>
        <p:txBody>
          <a:bodyPr/>
          <a:lstStyle/>
          <a:p>
            <a:endParaRPr lang="en-AT" dirty="0"/>
          </a:p>
        </p:txBody>
      </p:sp>
    </p:spTree>
    <p:extLst>
      <p:ext uri="{BB962C8B-B14F-4D97-AF65-F5344CB8AC3E}">
        <p14:creationId xmlns:p14="http://schemas.microsoft.com/office/powerpoint/2010/main" val="212203236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475788-F074-A1EF-FCC2-D02E8B4D3E12}"/>
              </a:ext>
            </a:extLst>
          </p:cNvPr>
          <p:cNvSpPr>
            <a:spLocks noGrp="1"/>
          </p:cNvSpPr>
          <p:nvPr>
            <p:ph type="title"/>
          </p:nvPr>
        </p:nvSpPr>
        <p:spPr/>
        <p:txBody>
          <a:bodyPr/>
          <a:lstStyle/>
          <a:p>
            <a:r>
              <a:rPr lang="en-AT" dirty="0"/>
              <a:t>Managed vs Unmanaged Environments</a:t>
            </a:r>
          </a:p>
        </p:txBody>
      </p:sp>
      <p:sp>
        <p:nvSpPr>
          <p:cNvPr id="6" name="Content Placeholder 5">
            <a:extLst>
              <a:ext uri="{FF2B5EF4-FFF2-40B4-BE49-F238E27FC236}">
                <a16:creationId xmlns:a16="http://schemas.microsoft.com/office/drawing/2014/main" id="{513D4064-0A61-CBDC-6E1D-5E68441282F1}"/>
              </a:ext>
            </a:extLst>
          </p:cNvPr>
          <p:cNvSpPr>
            <a:spLocks noGrp="1"/>
          </p:cNvSpPr>
          <p:nvPr>
            <p:ph idx="1"/>
          </p:nvPr>
        </p:nvSpPr>
        <p:spPr>
          <a:xfrm>
            <a:off x="299183" y="1391478"/>
            <a:ext cx="11558520" cy="1550505"/>
          </a:xfrm>
        </p:spPr>
        <p:txBody>
          <a:bodyPr/>
          <a:lstStyle/>
          <a:p>
            <a:pPr>
              <a:lnSpc>
                <a:spcPct val="150000"/>
              </a:lnSpc>
            </a:pPr>
            <a:r>
              <a:rPr lang="en-US" dirty="0"/>
              <a:t>A Managed Environment in Power Apps (and the broader Power Platform) is a premium governance feature set designed to help administrators manage environments at scale with more control, less effort, and better insights</a:t>
            </a:r>
            <a:endParaRPr lang="en-AT" dirty="0"/>
          </a:p>
        </p:txBody>
      </p:sp>
      <p:pic>
        <p:nvPicPr>
          <p:cNvPr id="10" name="Picture 9">
            <a:extLst>
              <a:ext uri="{FF2B5EF4-FFF2-40B4-BE49-F238E27FC236}">
                <a16:creationId xmlns:a16="http://schemas.microsoft.com/office/drawing/2014/main" id="{31B7B95D-0B01-F0FF-402A-3BE89E7900D0}"/>
              </a:ext>
            </a:extLst>
          </p:cNvPr>
          <p:cNvPicPr>
            <a:picLocks noChangeAspect="1"/>
          </p:cNvPicPr>
          <p:nvPr/>
        </p:nvPicPr>
        <p:blipFill>
          <a:blip r:embed="rId2"/>
          <a:stretch>
            <a:fillRect/>
          </a:stretch>
        </p:blipFill>
        <p:spPr>
          <a:xfrm>
            <a:off x="724797" y="3313872"/>
            <a:ext cx="10990125" cy="2152650"/>
          </a:xfrm>
          <a:prstGeom prst="rect">
            <a:avLst/>
          </a:prstGeom>
        </p:spPr>
      </p:pic>
    </p:spTree>
    <p:extLst>
      <p:ext uri="{BB962C8B-B14F-4D97-AF65-F5344CB8AC3E}">
        <p14:creationId xmlns:p14="http://schemas.microsoft.com/office/powerpoint/2010/main" val="366150136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910AE9A-5282-1997-ED74-400A79D294E6}"/>
              </a:ext>
            </a:extLst>
          </p:cNvPr>
          <p:cNvGraphicFramePr>
            <a:graphicFrameLocks noGrp="1"/>
          </p:cNvGraphicFramePr>
          <p:nvPr>
            <p:ph idx="1"/>
          </p:nvPr>
        </p:nvGraphicFramePr>
        <p:xfrm>
          <a:off x="847601" y="1392238"/>
          <a:ext cx="10460285" cy="4476750"/>
        </p:xfrm>
        <a:graphic>
          <a:graphicData uri="http://schemas.openxmlformats.org/drawingml/2006/table">
            <a:tbl>
              <a:tblPr/>
              <a:tblGrid>
                <a:gridCol w="2092057">
                  <a:extLst>
                    <a:ext uri="{9D8B030D-6E8A-4147-A177-3AD203B41FA5}">
                      <a16:colId xmlns:a16="http://schemas.microsoft.com/office/drawing/2014/main" val="3136139450"/>
                    </a:ext>
                  </a:extLst>
                </a:gridCol>
                <a:gridCol w="2092057">
                  <a:extLst>
                    <a:ext uri="{9D8B030D-6E8A-4147-A177-3AD203B41FA5}">
                      <a16:colId xmlns:a16="http://schemas.microsoft.com/office/drawing/2014/main" val="3501930307"/>
                    </a:ext>
                  </a:extLst>
                </a:gridCol>
                <a:gridCol w="2092057">
                  <a:extLst>
                    <a:ext uri="{9D8B030D-6E8A-4147-A177-3AD203B41FA5}">
                      <a16:colId xmlns:a16="http://schemas.microsoft.com/office/drawing/2014/main" val="3909027374"/>
                    </a:ext>
                  </a:extLst>
                </a:gridCol>
                <a:gridCol w="2092057">
                  <a:extLst>
                    <a:ext uri="{9D8B030D-6E8A-4147-A177-3AD203B41FA5}">
                      <a16:colId xmlns:a16="http://schemas.microsoft.com/office/drawing/2014/main" val="3970753217"/>
                    </a:ext>
                  </a:extLst>
                </a:gridCol>
                <a:gridCol w="2092057">
                  <a:extLst>
                    <a:ext uri="{9D8B030D-6E8A-4147-A177-3AD203B41FA5}">
                      <a16:colId xmlns:a16="http://schemas.microsoft.com/office/drawing/2014/main" val="2661532926"/>
                    </a:ext>
                  </a:extLst>
                </a:gridCol>
              </a:tblGrid>
              <a:tr h="333949">
                <a:tc>
                  <a:txBody>
                    <a:bodyPr/>
                    <a:lstStyle/>
                    <a:p>
                      <a:pPr algn="l" fontAlgn="t">
                        <a:buNone/>
                      </a:pPr>
                      <a:r>
                        <a:rPr lang="de-DE" sz="1600" b="1">
                          <a:effectLst/>
                        </a:rPr>
                        <a:t>Environment Type</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Purpose</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Key Features</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Typical Use Case</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Cost</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48286035"/>
                  </a:ext>
                </a:extLst>
              </a:tr>
              <a:tr h="829708">
                <a:tc>
                  <a:txBody>
                    <a:bodyPr/>
                    <a:lstStyle/>
                    <a:p>
                      <a:pPr algn="l" fontAlgn="t">
                        <a:buNone/>
                      </a:pPr>
                      <a:r>
                        <a:rPr lang="de-DE" sz="1600" b="1">
                          <a:effectLst/>
                        </a:rPr>
                        <a:t>Production</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US" sz="1600">
                          <a:effectLst/>
                        </a:rPr>
                        <a:t>Live apps for end users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High reliability, full governance, security, backups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Business-critical solutions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Requires paid licenses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317605321"/>
                  </a:ext>
                </a:extLst>
              </a:tr>
              <a:tr h="829708">
                <a:tc>
                  <a:txBody>
                    <a:bodyPr/>
                    <a:lstStyle/>
                    <a:p>
                      <a:pPr algn="l" fontAlgn="t">
                        <a:buNone/>
                      </a:pPr>
                      <a:r>
                        <a:rPr lang="de-DE" sz="1600" b="1">
                          <a:effectLst/>
                        </a:rPr>
                        <a:t>Sandbox</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Development &amp; testing</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Can be reset or copied from production, safe for experimentation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Testing updates before going live</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Requires paid licenses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68000545"/>
                  </a:ext>
                </a:extLst>
              </a:tr>
              <a:tr h="581828">
                <a:tc>
                  <a:txBody>
                    <a:bodyPr/>
                    <a:lstStyle/>
                    <a:p>
                      <a:pPr algn="l" fontAlgn="t">
                        <a:buNone/>
                      </a:pPr>
                      <a:r>
                        <a:rPr lang="de-DE" sz="1600" b="1">
                          <a:effectLst/>
                        </a:rPr>
                        <a:t>Trial</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Temporary evaluation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Full functionality, expires after ~30 days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Short-term evaluation of features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Free (time-limited)</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122720020"/>
                  </a:ext>
                </a:extLst>
              </a:tr>
              <a:tr h="1077587">
                <a:tc>
                  <a:txBody>
                    <a:bodyPr/>
                    <a:lstStyle/>
                    <a:p>
                      <a:pPr algn="l" fontAlgn="t">
                        <a:buNone/>
                      </a:pPr>
                      <a:r>
                        <a:rPr lang="de-DE" sz="1600" b="1">
                          <a:effectLst/>
                        </a:rPr>
                        <a:t>Trial (Subscription)</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Evaluation with subscription link</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Similar to Trial but tied to subscription, convertible to Production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Pre-purchase evaluation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Included in subscription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09348661"/>
                  </a:ext>
                </a:extLst>
              </a:tr>
              <a:tr h="823970">
                <a:tc>
                  <a:txBody>
                    <a:bodyPr/>
                    <a:lstStyle/>
                    <a:p>
                      <a:pPr algn="l" fontAlgn="t">
                        <a:buNone/>
                      </a:pPr>
                      <a:r>
                        <a:rPr lang="de-DE" sz="1600" b="1">
                          <a:effectLst/>
                        </a:rPr>
                        <a:t>Developer</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Personal development &amp; learning</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Free with Developer Plan, not for production</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Individual learning and app building</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dirty="0">
                          <a:effectLst/>
                        </a:rPr>
                        <a:t>Free (Developer Plan)</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235195829"/>
                  </a:ext>
                </a:extLst>
              </a:tr>
            </a:tbl>
          </a:graphicData>
        </a:graphic>
      </p:graphicFrame>
      <p:sp>
        <p:nvSpPr>
          <p:cNvPr id="3" name="Title 2">
            <a:extLst>
              <a:ext uri="{FF2B5EF4-FFF2-40B4-BE49-F238E27FC236}">
                <a16:creationId xmlns:a16="http://schemas.microsoft.com/office/drawing/2014/main" id="{C5507EFF-B868-41C5-C992-1777C88CD4B1}"/>
              </a:ext>
            </a:extLst>
          </p:cNvPr>
          <p:cNvSpPr>
            <a:spLocks noGrp="1"/>
          </p:cNvSpPr>
          <p:nvPr>
            <p:ph type="title"/>
          </p:nvPr>
        </p:nvSpPr>
        <p:spPr/>
        <p:txBody>
          <a:bodyPr/>
          <a:lstStyle/>
          <a:p>
            <a:r>
              <a:rPr lang="en-AT" dirty="0"/>
              <a:t>Environment Types</a:t>
            </a:r>
          </a:p>
        </p:txBody>
      </p:sp>
    </p:spTree>
    <p:extLst>
      <p:ext uri="{BB962C8B-B14F-4D97-AF65-F5344CB8AC3E}">
        <p14:creationId xmlns:p14="http://schemas.microsoft.com/office/powerpoint/2010/main" val="37872466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9B46B4-5315-E0E0-C759-EB24B83078AD}"/>
              </a:ext>
            </a:extLst>
          </p:cNvPr>
          <p:cNvPicPr>
            <a:picLocks noGrp="1" noChangeAspect="1"/>
          </p:cNvPicPr>
          <p:nvPr>
            <p:ph idx="1"/>
          </p:nvPr>
        </p:nvPicPr>
        <p:blipFill>
          <a:blip r:embed="rId2"/>
          <a:stretch>
            <a:fillRect/>
          </a:stretch>
        </p:blipFill>
        <p:spPr>
          <a:xfrm>
            <a:off x="917761" y="1392238"/>
            <a:ext cx="10319965" cy="4476750"/>
          </a:xfrm>
          <a:prstGeom prst="rect">
            <a:avLst/>
          </a:prstGeom>
        </p:spPr>
      </p:pic>
      <p:sp>
        <p:nvSpPr>
          <p:cNvPr id="3" name="Title 2">
            <a:extLst>
              <a:ext uri="{FF2B5EF4-FFF2-40B4-BE49-F238E27FC236}">
                <a16:creationId xmlns:a16="http://schemas.microsoft.com/office/drawing/2014/main" id="{94DD2587-184B-9EE5-13A3-13C01CFD0259}"/>
              </a:ext>
            </a:extLst>
          </p:cNvPr>
          <p:cNvSpPr>
            <a:spLocks noGrp="1"/>
          </p:cNvSpPr>
          <p:nvPr>
            <p:ph type="title"/>
          </p:nvPr>
        </p:nvSpPr>
        <p:spPr/>
        <p:txBody>
          <a:bodyPr/>
          <a:lstStyle/>
          <a:p>
            <a:r>
              <a:rPr lang="de-DE"/>
              <a:t>Working </a:t>
            </a:r>
            <a:r>
              <a:rPr lang="de-DE" err="1"/>
              <a:t>with</a:t>
            </a:r>
            <a:r>
              <a:rPr lang="de-DE"/>
              <a:t> </a:t>
            </a:r>
            <a:r>
              <a:rPr lang="de-DE" err="1"/>
              <a:t>environments</a:t>
            </a:r>
            <a:endParaRPr lang="en-AT"/>
          </a:p>
        </p:txBody>
      </p:sp>
    </p:spTree>
    <p:extLst>
      <p:ext uri="{BB962C8B-B14F-4D97-AF65-F5344CB8AC3E}">
        <p14:creationId xmlns:p14="http://schemas.microsoft.com/office/powerpoint/2010/main" val="145699677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95675-5FC3-9610-A932-3351106DB4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ACB094-A699-D691-4255-12CB568AA2E4}"/>
              </a:ext>
            </a:extLst>
          </p:cNvPr>
          <p:cNvSpPr>
            <a:spLocks noGrp="1"/>
          </p:cNvSpPr>
          <p:nvPr>
            <p:ph type="title"/>
          </p:nvPr>
        </p:nvSpPr>
        <p:spPr/>
        <p:txBody>
          <a:bodyPr>
            <a:normAutofit fontScale="90000"/>
          </a:bodyPr>
          <a:lstStyle/>
          <a:p>
            <a:r>
              <a:rPr lang="en-US" dirty="0"/>
              <a:t>Solutions in Power </a:t>
            </a:r>
            <a:r>
              <a:rPr lang="en-AT" dirty="0"/>
              <a:t>Automate</a:t>
            </a:r>
          </a:p>
        </p:txBody>
      </p:sp>
      <p:sp>
        <p:nvSpPr>
          <p:cNvPr id="5" name="Content Placeholder 4">
            <a:extLst>
              <a:ext uri="{FF2B5EF4-FFF2-40B4-BE49-F238E27FC236}">
                <a16:creationId xmlns:a16="http://schemas.microsoft.com/office/drawing/2014/main" id="{0C138717-A5CD-ADD3-AB7A-12855B048649}"/>
              </a:ext>
            </a:extLst>
          </p:cNvPr>
          <p:cNvSpPr>
            <a:spLocks noGrp="1"/>
          </p:cNvSpPr>
          <p:nvPr>
            <p:ph sz="half" idx="1"/>
          </p:nvPr>
        </p:nvSpPr>
        <p:spPr/>
        <p:txBody>
          <a:bodyPr>
            <a:normAutofit fontScale="85000" lnSpcReduction="20000"/>
          </a:bodyPr>
          <a:lstStyle/>
          <a:p>
            <a:pPr>
              <a:lnSpc>
                <a:spcPct val="150000"/>
              </a:lnSpc>
            </a:pPr>
            <a:r>
              <a:rPr lang="en-US" dirty="0"/>
              <a:t>Centralized Management of Apps and Flows</a:t>
            </a:r>
            <a:endParaRPr lang="en-AT" dirty="0"/>
          </a:p>
          <a:p>
            <a:pPr lvl="1">
              <a:lnSpc>
                <a:spcPct val="150000"/>
              </a:lnSpc>
            </a:pPr>
            <a:r>
              <a:rPr lang="en-US" dirty="0"/>
              <a:t>Solutions act as containers that group related Power Apps, flows, tables, and other components, making it easier to manage and deploy them together.</a:t>
            </a:r>
            <a:endParaRPr lang="en-AT" dirty="0"/>
          </a:p>
          <a:p>
            <a:pPr>
              <a:lnSpc>
                <a:spcPct val="150000"/>
              </a:lnSpc>
            </a:pPr>
            <a:r>
              <a:rPr lang="en-US" dirty="0"/>
              <a:t>Application Lifecycle Management (ALM)</a:t>
            </a:r>
            <a:endParaRPr lang="en-AT" dirty="0"/>
          </a:p>
          <a:p>
            <a:pPr lvl="1">
              <a:lnSpc>
                <a:spcPct val="150000"/>
              </a:lnSpc>
            </a:pPr>
            <a:r>
              <a:rPr lang="en-US" dirty="0"/>
              <a:t>Supports versioning, patching, and deployment pipelines across environments (e.g., dev, test, prod), enabling structured and secure development workflows.</a:t>
            </a:r>
            <a:endParaRPr lang="en-AT" dirty="0"/>
          </a:p>
          <a:p>
            <a:pPr>
              <a:lnSpc>
                <a:spcPct val="150000"/>
              </a:lnSpc>
            </a:pPr>
            <a:r>
              <a:rPr lang="en-US" dirty="0"/>
              <a:t>Environment-Aware Deployment</a:t>
            </a:r>
            <a:endParaRPr lang="en-AT" dirty="0"/>
          </a:p>
          <a:p>
            <a:pPr lvl="1">
              <a:lnSpc>
                <a:spcPct val="150000"/>
              </a:lnSpc>
            </a:pPr>
            <a:r>
              <a:rPr lang="en-US" dirty="0"/>
              <a:t>Solutions are designed to work across multiple environments, allowing administrators to move configurations and customizations seamlessly.</a:t>
            </a:r>
            <a:endParaRPr lang="en-AT" dirty="0"/>
          </a:p>
        </p:txBody>
      </p:sp>
      <p:pic>
        <p:nvPicPr>
          <p:cNvPr id="8" name="Content Placeholder 7">
            <a:extLst>
              <a:ext uri="{FF2B5EF4-FFF2-40B4-BE49-F238E27FC236}">
                <a16:creationId xmlns:a16="http://schemas.microsoft.com/office/drawing/2014/main" id="{2244B2BE-028C-94EC-EFF5-2ADDD89526A4}"/>
              </a:ext>
            </a:extLst>
          </p:cNvPr>
          <p:cNvPicPr>
            <a:picLocks noGrp="1" noChangeAspect="1"/>
          </p:cNvPicPr>
          <p:nvPr>
            <p:ph sz="half" idx="2"/>
          </p:nvPr>
        </p:nvPicPr>
        <p:blipFill>
          <a:blip r:embed="rId2"/>
          <a:stretch>
            <a:fillRect/>
          </a:stretch>
        </p:blipFill>
        <p:spPr>
          <a:xfrm>
            <a:off x="6218238" y="1874532"/>
            <a:ext cx="5351462" cy="3540737"/>
          </a:xfrm>
          <a:prstGeom prst="rect">
            <a:avLst/>
          </a:prstGeom>
        </p:spPr>
      </p:pic>
    </p:spTree>
    <p:extLst>
      <p:ext uri="{BB962C8B-B14F-4D97-AF65-F5344CB8AC3E}">
        <p14:creationId xmlns:p14="http://schemas.microsoft.com/office/powerpoint/2010/main" val="2680910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03438-EB81-0476-FC38-87B087B4BC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F18647-448F-12AF-E26C-50D70529CABC}"/>
              </a:ext>
            </a:extLst>
          </p:cNvPr>
          <p:cNvSpPr>
            <a:spLocks noGrp="1"/>
          </p:cNvSpPr>
          <p:nvPr>
            <p:ph type="title"/>
          </p:nvPr>
        </p:nvSpPr>
        <p:spPr/>
        <p:txBody>
          <a:bodyPr>
            <a:normAutofit fontScale="90000"/>
          </a:bodyPr>
          <a:lstStyle/>
          <a:p>
            <a:r>
              <a:rPr lang="en-AT" dirty="0"/>
              <a:t>Solution Artifacts</a:t>
            </a:r>
          </a:p>
        </p:txBody>
      </p:sp>
      <p:sp>
        <p:nvSpPr>
          <p:cNvPr id="5" name="Content Placeholder 4">
            <a:extLst>
              <a:ext uri="{FF2B5EF4-FFF2-40B4-BE49-F238E27FC236}">
                <a16:creationId xmlns:a16="http://schemas.microsoft.com/office/drawing/2014/main" id="{996F078F-0D41-CDEB-2685-1C074B7F4495}"/>
              </a:ext>
            </a:extLst>
          </p:cNvPr>
          <p:cNvSpPr>
            <a:spLocks noGrp="1"/>
          </p:cNvSpPr>
          <p:nvPr>
            <p:ph sz="half" idx="1"/>
          </p:nvPr>
        </p:nvSpPr>
        <p:spPr/>
        <p:txBody>
          <a:bodyPr/>
          <a:lstStyle/>
          <a:p>
            <a:pPr>
              <a:lnSpc>
                <a:spcPct val="150000"/>
              </a:lnSpc>
            </a:pPr>
            <a:r>
              <a:rPr lang="en-AT" dirty="0"/>
              <a:t>A solution accts as a grouping container for Copilot Studio artifacts</a:t>
            </a:r>
          </a:p>
          <a:p>
            <a:pPr lvl="1">
              <a:lnSpc>
                <a:spcPct val="150000"/>
              </a:lnSpc>
            </a:pPr>
            <a:r>
              <a:rPr lang="de-DE" dirty="0"/>
              <a:t>Unified </a:t>
            </a:r>
            <a:r>
              <a:rPr lang="de-DE" dirty="0" err="1"/>
              <a:t>Packaging</a:t>
            </a:r>
            <a:r>
              <a:rPr lang="de-DE" dirty="0"/>
              <a:t> </a:t>
            </a:r>
            <a:r>
              <a:rPr lang="de-DE" dirty="0" err="1"/>
              <a:t>of</a:t>
            </a:r>
            <a:r>
              <a:rPr lang="de-DE" dirty="0"/>
              <a:t> Components</a:t>
            </a:r>
            <a:endParaRPr lang="en-AT" dirty="0"/>
          </a:p>
          <a:p>
            <a:pPr lvl="1">
              <a:lnSpc>
                <a:spcPct val="150000"/>
              </a:lnSpc>
            </a:pPr>
            <a:r>
              <a:rPr lang="de-DE" dirty="0"/>
              <a:t>Supports ALM and </a:t>
            </a:r>
            <a:r>
              <a:rPr lang="de-DE" dirty="0" err="1"/>
              <a:t>Governance</a:t>
            </a:r>
            <a:endParaRPr lang="en-AT" dirty="0"/>
          </a:p>
        </p:txBody>
      </p:sp>
      <p:pic>
        <p:nvPicPr>
          <p:cNvPr id="8" name="Content Placeholder 7">
            <a:extLst>
              <a:ext uri="{FF2B5EF4-FFF2-40B4-BE49-F238E27FC236}">
                <a16:creationId xmlns:a16="http://schemas.microsoft.com/office/drawing/2014/main" id="{1D9EBD1E-2B62-E114-E6B9-FA95367BA040}"/>
              </a:ext>
            </a:extLst>
          </p:cNvPr>
          <p:cNvPicPr>
            <a:picLocks noGrp="1" noChangeAspect="1"/>
          </p:cNvPicPr>
          <p:nvPr>
            <p:ph sz="half" idx="2"/>
          </p:nvPr>
        </p:nvPicPr>
        <p:blipFill>
          <a:blip r:embed="rId2"/>
          <a:stretch>
            <a:fillRect/>
          </a:stretch>
        </p:blipFill>
        <p:spPr>
          <a:xfrm>
            <a:off x="6218238" y="1654221"/>
            <a:ext cx="5351462" cy="3981358"/>
          </a:xfrm>
          <a:prstGeom prst="rect">
            <a:avLst/>
          </a:prstGeom>
        </p:spPr>
      </p:pic>
    </p:spTree>
    <p:extLst>
      <p:ext uri="{BB962C8B-B14F-4D97-AF65-F5344CB8AC3E}">
        <p14:creationId xmlns:p14="http://schemas.microsoft.com/office/powerpoint/2010/main" val="195089637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B165-0C0D-C1D8-FEE3-A5EF1DC42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5C3B9-7376-2355-F6D6-B290070498C5}"/>
              </a:ext>
            </a:extLst>
          </p:cNvPr>
          <p:cNvSpPr>
            <a:spLocks noGrp="1"/>
          </p:cNvSpPr>
          <p:nvPr>
            <p:ph type="title"/>
          </p:nvPr>
        </p:nvSpPr>
        <p:spPr>
          <a:xfrm>
            <a:off x="681162" y="759826"/>
            <a:ext cx="10829676" cy="3443537"/>
          </a:xfrm>
        </p:spPr>
        <p:txBody>
          <a:bodyPr>
            <a:normAutofit/>
          </a:bodyPr>
          <a:lstStyle/>
          <a:p>
            <a:r>
              <a:rPr lang="en-AT" dirty="0"/>
              <a:t>Exporting Agents</a:t>
            </a:r>
            <a:endParaRPr lang="de-DE" dirty="0"/>
          </a:p>
        </p:txBody>
      </p:sp>
      <p:sp>
        <p:nvSpPr>
          <p:cNvPr id="3" name="Text Placeholder 2">
            <a:extLst>
              <a:ext uri="{FF2B5EF4-FFF2-40B4-BE49-F238E27FC236}">
                <a16:creationId xmlns:a16="http://schemas.microsoft.com/office/drawing/2014/main" id="{382481A8-4D4E-9AE2-81B0-8F3B107B65D9}"/>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51795622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06BB7-072B-BF14-72D3-5C51B67E1BB4}"/>
              </a:ext>
            </a:extLst>
          </p:cNvPr>
          <p:cNvSpPr>
            <a:spLocks noGrp="1"/>
          </p:cNvSpPr>
          <p:nvPr>
            <p:ph type="title"/>
          </p:nvPr>
        </p:nvSpPr>
        <p:spPr/>
        <p:txBody>
          <a:bodyPr>
            <a:normAutofit fontScale="90000"/>
          </a:bodyPr>
          <a:lstStyle/>
          <a:p>
            <a:r>
              <a:rPr lang="en-AT" dirty="0"/>
              <a:t>Exporting existing Agents</a:t>
            </a:r>
          </a:p>
        </p:txBody>
      </p:sp>
      <p:sp>
        <p:nvSpPr>
          <p:cNvPr id="3" name="Content Placeholder 2">
            <a:extLst>
              <a:ext uri="{FF2B5EF4-FFF2-40B4-BE49-F238E27FC236}">
                <a16:creationId xmlns:a16="http://schemas.microsoft.com/office/drawing/2014/main" id="{534238BC-9DBD-D883-2E6F-ED33745192C6}"/>
              </a:ext>
            </a:extLst>
          </p:cNvPr>
          <p:cNvSpPr>
            <a:spLocks noGrp="1"/>
          </p:cNvSpPr>
          <p:nvPr>
            <p:ph sz="half" idx="1"/>
          </p:nvPr>
        </p:nvSpPr>
        <p:spPr/>
        <p:txBody>
          <a:bodyPr/>
          <a:lstStyle/>
          <a:p>
            <a:pPr lvl="1">
              <a:lnSpc>
                <a:spcPct val="150000"/>
              </a:lnSpc>
            </a:pPr>
            <a:r>
              <a:rPr lang="en-AT" dirty="0"/>
              <a:t>Go to Solution Exporer</a:t>
            </a:r>
          </a:p>
          <a:p>
            <a:pPr lvl="1">
              <a:lnSpc>
                <a:spcPct val="150000"/>
              </a:lnSpc>
            </a:pPr>
            <a:r>
              <a:rPr lang="en-AT" dirty="0"/>
              <a:t>Create a new Solution</a:t>
            </a:r>
          </a:p>
          <a:p>
            <a:pPr lvl="1">
              <a:lnSpc>
                <a:spcPct val="150000"/>
              </a:lnSpc>
            </a:pPr>
            <a:r>
              <a:rPr lang="en-AT" dirty="0"/>
              <a:t>Chose: Add existing -&gt; Agent</a:t>
            </a:r>
          </a:p>
          <a:p>
            <a:pPr lvl="1">
              <a:lnSpc>
                <a:spcPct val="150000"/>
              </a:lnSpc>
            </a:pPr>
            <a:r>
              <a:rPr lang="en-AT" dirty="0"/>
              <a:t>Add the agent you want to add, then select it</a:t>
            </a:r>
          </a:p>
          <a:p>
            <a:pPr lvl="1">
              <a:lnSpc>
                <a:spcPct val="150000"/>
              </a:lnSpc>
            </a:pPr>
            <a:r>
              <a:rPr lang="en-AT" dirty="0"/>
              <a:t>Advanced -&gt; Add required objects</a:t>
            </a:r>
          </a:p>
          <a:p>
            <a:pPr lvl="1">
              <a:lnSpc>
                <a:spcPct val="150000"/>
              </a:lnSpc>
            </a:pPr>
            <a:r>
              <a:rPr lang="en-AT" dirty="0"/>
              <a:t>Go back to the solution &amp; run Solution checker</a:t>
            </a:r>
          </a:p>
          <a:p>
            <a:pPr lvl="1">
              <a:lnSpc>
                <a:spcPct val="150000"/>
              </a:lnSpc>
            </a:pPr>
            <a:r>
              <a:rPr lang="en-AT" dirty="0"/>
              <a:t>Export, then import in your target Environment</a:t>
            </a:r>
          </a:p>
          <a:p>
            <a:pPr lvl="1">
              <a:lnSpc>
                <a:spcPct val="150000"/>
              </a:lnSpc>
            </a:pPr>
            <a:endParaRPr lang="en-AT" dirty="0"/>
          </a:p>
          <a:p>
            <a:pPr lvl="2"/>
            <a:endParaRPr lang="en-AT" dirty="0"/>
          </a:p>
          <a:p>
            <a:pPr lvl="1"/>
            <a:endParaRPr lang="en-AT" dirty="0"/>
          </a:p>
        </p:txBody>
      </p:sp>
      <p:pic>
        <p:nvPicPr>
          <p:cNvPr id="18" name="Content Placeholder 17">
            <a:extLst>
              <a:ext uri="{FF2B5EF4-FFF2-40B4-BE49-F238E27FC236}">
                <a16:creationId xmlns:a16="http://schemas.microsoft.com/office/drawing/2014/main" id="{A31464C6-BF89-DB57-F9EF-86D43486CE2D}"/>
              </a:ext>
            </a:extLst>
          </p:cNvPr>
          <p:cNvPicPr>
            <a:picLocks noGrp="1" noChangeAspect="1"/>
          </p:cNvPicPr>
          <p:nvPr>
            <p:ph sz="half" idx="2"/>
          </p:nvPr>
        </p:nvPicPr>
        <p:blipFill>
          <a:blip r:embed="rId2"/>
          <a:stretch>
            <a:fillRect/>
          </a:stretch>
        </p:blipFill>
        <p:spPr>
          <a:xfrm>
            <a:off x="6720508" y="1420813"/>
            <a:ext cx="4346921" cy="4448175"/>
          </a:xfrm>
          <a:prstGeom prst="rect">
            <a:avLst/>
          </a:prstGeom>
        </p:spPr>
      </p:pic>
    </p:spTree>
    <p:extLst>
      <p:ext uri="{BB962C8B-B14F-4D97-AF65-F5344CB8AC3E}">
        <p14:creationId xmlns:p14="http://schemas.microsoft.com/office/powerpoint/2010/main" val="294053248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28615-ACA5-E0C2-4643-F4096F119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21770-0457-D4A0-D5C6-2278E89153EE}"/>
              </a:ext>
            </a:extLst>
          </p:cNvPr>
          <p:cNvSpPr>
            <a:spLocks noGrp="1"/>
          </p:cNvSpPr>
          <p:nvPr>
            <p:ph type="title"/>
          </p:nvPr>
        </p:nvSpPr>
        <p:spPr>
          <a:xfrm>
            <a:off x="681162" y="759826"/>
            <a:ext cx="10829676" cy="3443537"/>
          </a:xfrm>
        </p:spPr>
        <p:txBody>
          <a:bodyPr>
            <a:normAutofit/>
          </a:bodyPr>
          <a:lstStyle/>
          <a:p>
            <a:r>
              <a:rPr lang="de-DE" dirty="0" err="1"/>
              <a:t>Deployment</a:t>
            </a:r>
            <a:r>
              <a:rPr lang="de-DE" dirty="0"/>
              <a:t> Pipelines </a:t>
            </a:r>
          </a:p>
        </p:txBody>
      </p:sp>
      <p:sp>
        <p:nvSpPr>
          <p:cNvPr id="3" name="Text Placeholder 2">
            <a:extLst>
              <a:ext uri="{FF2B5EF4-FFF2-40B4-BE49-F238E27FC236}">
                <a16:creationId xmlns:a16="http://schemas.microsoft.com/office/drawing/2014/main" id="{6561E402-9D6E-56D2-A38F-CBDEECE45D67}"/>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214606073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A2E8-058F-36D3-56CA-41C98AAD15CA}"/>
              </a:ext>
            </a:extLst>
          </p:cNvPr>
          <p:cNvSpPr>
            <a:spLocks noGrp="1"/>
          </p:cNvSpPr>
          <p:nvPr>
            <p:ph type="title"/>
          </p:nvPr>
        </p:nvSpPr>
        <p:spPr/>
        <p:txBody>
          <a:bodyPr>
            <a:normAutofit fontScale="90000"/>
          </a:bodyPr>
          <a:lstStyle/>
          <a:p>
            <a:r>
              <a:rPr lang="en-US" dirty="0"/>
              <a:t>Deployment Pipelines for Copilot Studio Agents</a:t>
            </a:r>
            <a:endParaRPr lang="en-AT" dirty="0"/>
          </a:p>
        </p:txBody>
      </p:sp>
      <p:sp>
        <p:nvSpPr>
          <p:cNvPr id="3" name="Content Placeholder 2">
            <a:extLst>
              <a:ext uri="{FF2B5EF4-FFF2-40B4-BE49-F238E27FC236}">
                <a16:creationId xmlns:a16="http://schemas.microsoft.com/office/drawing/2014/main" id="{7733A7F7-E74C-C34B-9461-6C35AD095B2A}"/>
              </a:ext>
            </a:extLst>
          </p:cNvPr>
          <p:cNvSpPr>
            <a:spLocks noGrp="1"/>
          </p:cNvSpPr>
          <p:nvPr>
            <p:ph sz="half" idx="1"/>
          </p:nvPr>
        </p:nvSpPr>
        <p:spPr/>
        <p:txBody>
          <a:bodyPr>
            <a:normAutofit fontScale="77500" lnSpcReduction="20000"/>
          </a:bodyPr>
          <a:lstStyle/>
          <a:p>
            <a:pPr>
              <a:lnSpc>
                <a:spcPct val="150000"/>
              </a:lnSpc>
            </a:pPr>
            <a:r>
              <a:rPr lang="de-DE" dirty="0"/>
              <a:t>Agent Design &amp; </a:t>
            </a:r>
            <a:r>
              <a:rPr lang="de-DE" dirty="0" err="1"/>
              <a:t>Configuration</a:t>
            </a:r>
            <a:endParaRPr lang="en-AT" dirty="0"/>
          </a:p>
          <a:p>
            <a:pPr lvl="1">
              <a:lnSpc>
                <a:spcPct val="150000"/>
              </a:lnSpc>
            </a:pPr>
            <a:r>
              <a:rPr lang="de-DE" dirty="0" err="1"/>
              <a:t>Define</a:t>
            </a:r>
            <a:r>
              <a:rPr lang="de-DE" dirty="0"/>
              <a:t> </a:t>
            </a:r>
            <a:r>
              <a:rPr lang="de-DE" dirty="0" err="1"/>
              <a:t>goals</a:t>
            </a:r>
            <a:r>
              <a:rPr lang="de-DE" dirty="0"/>
              <a:t>, </a:t>
            </a:r>
            <a:r>
              <a:rPr lang="de-DE" dirty="0" err="1"/>
              <a:t>skills</a:t>
            </a:r>
            <a:r>
              <a:rPr lang="de-DE" dirty="0"/>
              <a:t>, </a:t>
            </a:r>
            <a:r>
              <a:rPr lang="de-DE" dirty="0" err="1"/>
              <a:t>triggers</a:t>
            </a:r>
            <a:r>
              <a:rPr lang="de-DE" dirty="0"/>
              <a:t>, and </a:t>
            </a:r>
            <a:r>
              <a:rPr lang="de-DE" dirty="0" err="1"/>
              <a:t>conversation</a:t>
            </a:r>
            <a:r>
              <a:rPr lang="de-DE" dirty="0"/>
              <a:t> </a:t>
            </a:r>
            <a:r>
              <a:rPr lang="de-DE" dirty="0" err="1"/>
              <a:t>flows.Configure</a:t>
            </a:r>
            <a:r>
              <a:rPr lang="de-DE" dirty="0"/>
              <a:t> </a:t>
            </a:r>
            <a:r>
              <a:rPr lang="de-DE" dirty="0" err="1"/>
              <a:t>integrations</a:t>
            </a:r>
            <a:endParaRPr lang="en-AT" dirty="0"/>
          </a:p>
          <a:p>
            <a:pPr>
              <a:lnSpc>
                <a:spcPct val="150000"/>
              </a:lnSpc>
            </a:pPr>
            <a:r>
              <a:rPr lang="de-DE" dirty="0" err="1"/>
              <a:t>Testing</a:t>
            </a:r>
            <a:r>
              <a:rPr lang="de-DE" dirty="0"/>
              <a:t> &amp; Validation</a:t>
            </a:r>
            <a:endParaRPr lang="en-AT" dirty="0"/>
          </a:p>
          <a:p>
            <a:pPr lvl="1">
              <a:lnSpc>
                <a:spcPct val="150000"/>
              </a:lnSpc>
            </a:pPr>
            <a:r>
              <a:rPr lang="de-DE" dirty="0"/>
              <a:t>Use </a:t>
            </a:r>
            <a:r>
              <a:rPr lang="de-DE" dirty="0" err="1"/>
              <a:t>sandbox</a:t>
            </a:r>
            <a:r>
              <a:rPr lang="de-DE" dirty="0"/>
              <a:t> </a:t>
            </a:r>
            <a:r>
              <a:rPr lang="de-DE" dirty="0" err="1"/>
              <a:t>environments</a:t>
            </a:r>
            <a:r>
              <a:rPr lang="de-DE" dirty="0"/>
              <a:t> </a:t>
            </a:r>
            <a:r>
              <a:rPr lang="de-DE" dirty="0" err="1"/>
              <a:t>to</a:t>
            </a:r>
            <a:r>
              <a:rPr lang="de-DE" dirty="0"/>
              <a:t> </a:t>
            </a:r>
            <a:r>
              <a:rPr lang="de-DE" dirty="0" err="1"/>
              <a:t>simulate</a:t>
            </a:r>
            <a:r>
              <a:rPr lang="de-DE" dirty="0"/>
              <a:t> </a:t>
            </a:r>
            <a:r>
              <a:rPr lang="de-DE" dirty="0" err="1"/>
              <a:t>interactions</a:t>
            </a:r>
            <a:r>
              <a:rPr lang="de-DE" dirty="0"/>
              <a:t>.</a:t>
            </a:r>
            <a:endParaRPr lang="en-AT" dirty="0"/>
          </a:p>
          <a:p>
            <a:pPr lvl="1">
              <a:lnSpc>
                <a:spcPct val="150000"/>
              </a:lnSpc>
            </a:pPr>
            <a:r>
              <a:rPr lang="de-DE" dirty="0" err="1"/>
              <a:t>Validate</a:t>
            </a:r>
            <a:r>
              <a:rPr lang="de-DE" dirty="0"/>
              <a:t> </a:t>
            </a:r>
            <a:r>
              <a:rPr lang="de-DE" dirty="0" err="1"/>
              <a:t>intents</a:t>
            </a:r>
            <a:r>
              <a:rPr lang="de-DE" dirty="0"/>
              <a:t>, </a:t>
            </a:r>
            <a:r>
              <a:rPr lang="de-DE" dirty="0" err="1"/>
              <a:t>responses</a:t>
            </a:r>
            <a:r>
              <a:rPr lang="de-DE" dirty="0"/>
              <a:t>, and </a:t>
            </a:r>
            <a:r>
              <a:rPr lang="de-DE" dirty="0" err="1"/>
              <a:t>fallback</a:t>
            </a:r>
            <a:r>
              <a:rPr lang="de-DE" dirty="0"/>
              <a:t> </a:t>
            </a:r>
            <a:r>
              <a:rPr lang="de-DE" dirty="0" err="1"/>
              <a:t>behavior</a:t>
            </a:r>
            <a:r>
              <a:rPr lang="de-DE" dirty="0"/>
              <a:t>.</a:t>
            </a:r>
            <a:endParaRPr lang="en-AT" dirty="0"/>
          </a:p>
          <a:p>
            <a:pPr>
              <a:lnSpc>
                <a:spcPct val="150000"/>
              </a:lnSpc>
            </a:pPr>
            <a:r>
              <a:rPr lang="de-DE" dirty="0"/>
              <a:t>CI/CD Integration</a:t>
            </a:r>
            <a:endParaRPr lang="en-AT" dirty="0"/>
          </a:p>
          <a:p>
            <a:pPr lvl="1">
              <a:lnSpc>
                <a:spcPct val="150000"/>
              </a:lnSpc>
            </a:pPr>
            <a:r>
              <a:rPr lang="de-DE" dirty="0" err="1"/>
              <a:t>Automate</a:t>
            </a:r>
            <a:r>
              <a:rPr lang="de-DE" dirty="0"/>
              <a:t> </a:t>
            </a:r>
            <a:r>
              <a:rPr lang="de-DE" dirty="0" err="1"/>
              <a:t>deployment</a:t>
            </a:r>
            <a:r>
              <a:rPr lang="de-DE" dirty="0"/>
              <a:t> </a:t>
            </a:r>
            <a:r>
              <a:rPr lang="de-DE" dirty="0" err="1"/>
              <a:t>using</a:t>
            </a:r>
            <a:r>
              <a:rPr lang="de-DE" dirty="0"/>
              <a:t> GitHub Actions </a:t>
            </a:r>
            <a:r>
              <a:rPr lang="de-DE" dirty="0" err="1"/>
              <a:t>or</a:t>
            </a:r>
            <a:r>
              <a:rPr lang="de-DE" dirty="0"/>
              <a:t> Azure </a:t>
            </a:r>
            <a:r>
              <a:rPr lang="de-DE" dirty="0" err="1"/>
              <a:t>DevOps.Version</a:t>
            </a:r>
            <a:r>
              <a:rPr lang="de-DE" dirty="0"/>
              <a:t> </a:t>
            </a:r>
            <a:r>
              <a:rPr lang="de-DE" dirty="0" err="1"/>
              <a:t>control</a:t>
            </a:r>
            <a:r>
              <a:rPr lang="de-DE" dirty="0"/>
              <a:t> </a:t>
            </a:r>
            <a:r>
              <a:rPr lang="de-DE" dirty="0" err="1"/>
              <a:t>agent</a:t>
            </a:r>
            <a:r>
              <a:rPr lang="de-DE" dirty="0"/>
              <a:t> </a:t>
            </a:r>
            <a:r>
              <a:rPr lang="de-DE" dirty="0" err="1"/>
              <a:t>logic</a:t>
            </a:r>
            <a:r>
              <a:rPr lang="de-DE" dirty="0"/>
              <a:t> and </a:t>
            </a:r>
            <a:r>
              <a:rPr lang="de-DE" dirty="0" err="1"/>
              <a:t>assets</a:t>
            </a:r>
            <a:r>
              <a:rPr lang="de-DE" dirty="0"/>
              <a:t>.</a:t>
            </a:r>
            <a:endParaRPr lang="en-AT" dirty="0"/>
          </a:p>
          <a:p>
            <a:pPr>
              <a:lnSpc>
                <a:spcPct val="150000"/>
              </a:lnSpc>
            </a:pPr>
            <a:r>
              <a:rPr lang="de-DE" dirty="0"/>
              <a:t>Environment Management</a:t>
            </a:r>
            <a:endParaRPr lang="en-AT" dirty="0"/>
          </a:p>
          <a:p>
            <a:pPr lvl="1">
              <a:lnSpc>
                <a:spcPct val="150000"/>
              </a:lnSpc>
            </a:pPr>
            <a:r>
              <a:rPr lang="de-DE" dirty="0"/>
              <a:t>Deploy </a:t>
            </a:r>
            <a:r>
              <a:rPr lang="de-DE" dirty="0" err="1"/>
              <a:t>to</a:t>
            </a:r>
            <a:r>
              <a:rPr lang="de-DE" dirty="0"/>
              <a:t> </a:t>
            </a:r>
            <a:r>
              <a:rPr lang="de-DE" dirty="0" err="1"/>
              <a:t>staging</a:t>
            </a:r>
            <a:r>
              <a:rPr lang="de-DE" dirty="0"/>
              <a:t> </a:t>
            </a:r>
            <a:r>
              <a:rPr lang="de-DE" dirty="0" err="1"/>
              <a:t>before</a:t>
            </a:r>
            <a:r>
              <a:rPr lang="de-DE" dirty="0"/>
              <a:t> </a:t>
            </a:r>
            <a:r>
              <a:rPr lang="de-DE" dirty="0" err="1"/>
              <a:t>production.Manage</a:t>
            </a:r>
            <a:r>
              <a:rPr lang="de-DE" dirty="0"/>
              <a:t> </a:t>
            </a:r>
            <a:r>
              <a:rPr lang="de-DE" dirty="0" err="1"/>
              <a:t>secrets</a:t>
            </a:r>
            <a:r>
              <a:rPr lang="de-DE" dirty="0"/>
              <a:t> and </a:t>
            </a:r>
            <a:r>
              <a:rPr lang="de-DE" dirty="0" err="1"/>
              <a:t>environment</a:t>
            </a:r>
            <a:r>
              <a:rPr lang="de-DE" dirty="0"/>
              <a:t> variables </a:t>
            </a:r>
            <a:r>
              <a:rPr lang="de-DE" dirty="0" err="1"/>
              <a:t>securely</a:t>
            </a:r>
            <a:r>
              <a:rPr lang="de-DE" dirty="0"/>
              <a:t>.</a:t>
            </a:r>
            <a:endParaRPr lang="en-AT" dirty="0"/>
          </a:p>
        </p:txBody>
      </p:sp>
      <p:pic>
        <p:nvPicPr>
          <p:cNvPr id="6" name="Content Placeholder 5">
            <a:extLst>
              <a:ext uri="{FF2B5EF4-FFF2-40B4-BE49-F238E27FC236}">
                <a16:creationId xmlns:a16="http://schemas.microsoft.com/office/drawing/2014/main" id="{1251DFB2-7BE1-02E9-BED9-6110ADDE4613}"/>
              </a:ext>
            </a:extLst>
          </p:cNvPr>
          <p:cNvPicPr>
            <a:picLocks noGrp="1" noChangeAspect="1"/>
          </p:cNvPicPr>
          <p:nvPr>
            <p:ph sz="half" idx="2"/>
          </p:nvPr>
        </p:nvPicPr>
        <p:blipFill>
          <a:blip r:embed="rId2"/>
          <a:stretch>
            <a:fillRect/>
          </a:stretch>
        </p:blipFill>
        <p:spPr>
          <a:xfrm>
            <a:off x="6218238" y="1725871"/>
            <a:ext cx="5351462" cy="3838058"/>
          </a:xfrm>
          <a:prstGeom prst="rect">
            <a:avLst/>
          </a:prstGeom>
        </p:spPr>
      </p:pic>
    </p:spTree>
    <p:extLst>
      <p:ext uri="{BB962C8B-B14F-4D97-AF65-F5344CB8AC3E}">
        <p14:creationId xmlns:p14="http://schemas.microsoft.com/office/powerpoint/2010/main" val="20346616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7C8F9-770F-B2CC-D1BE-1F40C35E4267}"/>
              </a:ext>
            </a:extLst>
          </p:cNvPr>
          <p:cNvSpPr>
            <a:spLocks noGrp="1"/>
          </p:cNvSpPr>
          <p:nvPr>
            <p:ph type="title"/>
          </p:nvPr>
        </p:nvSpPr>
        <p:spPr/>
        <p:txBody>
          <a:bodyPr>
            <a:normAutofit fontScale="90000"/>
          </a:bodyPr>
          <a:lstStyle/>
          <a:p>
            <a:r>
              <a:rPr lang="en-AT" dirty="0"/>
              <a:t>Source Control Integration</a:t>
            </a:r>
          </a:p>
        </p:txBody>
      </p:sp>
      <p:sp>
        <p:nvSpPr>
          <p:cNvPr id="3" name="Content Placeholder 2">
            <a:extLst>
              <a:ext uri="{FF2B5EF4-FFF2-40B4-BE49-F238E27FC236}">
                <a16:creationId xmlns:a16="http://schemas.microsoft.com/office/drawing/2014/main" id="{33A54642-06C3-586E-774E-81CA5ECD74CD}"/>
              </a:ext>
            </a:extLst>
          </p:cNvPr>
          <p:cNvSpPr>
            <a:spLocks noGrp="1"/>
          </p:cNvSpPr>
          <p:nvPr>
            <p:ph sz="half" idx="1"/>
          </p:nvPr>
        </p:nvSpPr>
        <p:spPr/>
        <p:txBody>
          <a:bodyPr>
            <a:normAutofit fontScale="85000" lnSpcReduction="20000"/>
          </a:bodyPr>
          <a:lstStyle/>
          <a:p>
            <a:pPr>
              <a:lnSpc>
                <a:spcPct val="150000"/>
              </a:lnSpc>
            </a:pPr>
            <a:r>
              <a:rPr lang="de-DE" dirty="0"/>
              <a:t>Version-</a:t>
            </a:r>
            <a:r>
              <a:rPr lang="de-DE" dirty="0" err="1"/>
              <a:t>Controlled</a:t>
            </a:r>
            <a:r>
              <a:rPr lang="de-DE" dirty="0"/>
              <a:t> Development</a:t>
            </a:r>
            <a:endParaRPr lang="en-AT" dirty="0"/>
          </a:p>
          <a:p>
            <a:pPr lvl="1">
              <a:lnSpc>
                <a:spcPct val="150000"/>
              </a:lnSpc>
            </a:pPr>
            <a:r>
              <a:rPr lang="de-DE" dirty="0"/>
              <a:t>Store Copilot </a:t>
            </a:r>
            <a:r>
              <a:rPr lang="de-DE" dirty="0" err="1"/>
              <a:t>solution</a:t>
            </a:r>
            <a:r>
              <a:rPr lang="de-DE" dirty="0"/>
              <a:t> </a:t>
            </a:r>
            <a:r>
              <a:rPr lang="de-DE" dirty="0" err="1"/>
              <a:t>assets</a:t>
            </a:r>
            <a:r>
              <a:rPr lang="de-DE" dirty="0"/>
              <a:t> in </a:t>
            </a:r>
            <a:r>
              <a:rPr lang="de-DE" dirty="0" err="1"/>
              <a:t>Git</a:t>
            </a:r>
            <a:r>
              <a:rPr lang="de-DE" dirty="0"/>
              <a:t> </a:t>
            </a:r>
            <a:r>
              <a:rPr lang="de-DE" dirty="0" err="1"/>
              <a:t>repositories</a:t>
            </a:r>
            <a:r>
              <a:rPr lang="de-DE" dirty="0"/>
              <a:t>.</a:t>
            </a:r>
            <a:endParaRPr lang="en-AT" dirty="0"/>
          </a:p>
          <a:p>
            <a:pPr lvl="1">
              <a:lnSpc>
                <a:spcPct val="150000"/>
              </a:lnSpc>
            </a:pPr>
            <a:r>
              <a:rPr lang="de-DE" dirty="0" err="1"/>
              <a:t>Enable</a:t>
            </a:r>
            <a:r>
              <a:rPr lang="de-DE" dirty="0"/>
              <a:t> </a:t>
            </a:r>
            <a:r>
              <a:rPr lang="de-DE" dirty="0" err="1"/>
              <a:t>collaboration</a:t>
            </a:r>
            <a:r>
              <a:rPr lang="de-DE" dirty="0"/>
              <a:t>, </a:t>
            </a:r>
            <a:r>
              <a:rPr lang="de-DE" dirty="0" err="1"/>
              <a:t>change</a:t>
            </a:r>
            <a:r>
              <a:rPr lang="de-DE" dirty="0"/>
              <a:t> </a:t>
            </a:r>
            <a:r>
              <a:rPr lang="de-DE" dirty="0" err="1"/>
              <a:t>tracking</a:t>
            </a:r>
            <a:r>
              <a:rPr lang="de-DE" dirty="0"/>
              <a:t>, and </a:t>
            </a:r>
            <a:r>
              <a:rPr lang="de-DE" dirty="0" err="1"/>
              <a:t>rollback</a:t>
            </a:r>
            <a:endParaRPr lang="en-AT" dirty="0"/>
          </a:p>
          <a:p>
            <a:pPr>
              <a:lnSpc>
                <a:spcPct val="150000"/>
              </a:lnSpc>
            </a:pPr>
            <a:r>
              <a:rPr lang="de-DE" dirty="0"/>
              <a:t>Connection </a:t>
            </a:r>
            <a:r>
              <a:rPr lang="de-DE" dirty="0" err="1"/>
              <a:t>Types</a:t>
            </a:r>
            <a:endParaRPr lang="en-AT" dirty="0"/>
          </a:p>
          <a:p>
            <a:pPr lvl="1">
              <a:lnSpc>
                <a:spcPct val="150000"/>
              </a:lnSpc>
            </a:pPr>
            <a:r>
              <a:rPr lang="de-DE" dirty="0"/>
              <a:t>Environment</a:t>
            </a:r>
            <a:r>
              <a:rPr lang="en-AT" dirty="0"/>
              <a:t> vs Solution</a:t>
            </a:r>
            <a:r>
              <a:rPr lang="de-DE" dirty="0"/>
              <a:t> Connection</a:t>
            </a:r>
            <a:endParaRPr lang="en-AT" dirty="0"/>
          </a:p>
          <a:p>
            <a:pPr>
              <a:lnSpc>
                <a:spcPct val="150000"/>
              </a:lnSpc>
            </a:pPr>
            <a:r>
              <a:rPr lang="de-DE" dirty="0"/>
              <a:t>CI/CD Integration</a:t>
            </a:r>
            <a:endParaRPr lang="en-AT" dirty="0"/>
          </a:p>
          <a:p>
            <a:pPr lvl="1">
              <a:lnSpc>
                <a:spcPct val="150000"/>
              </a:lnSpc>
            </a:pPr>
            <a:r>
              <a:rPr lang="de-DE" dirty="0"/>
              <a:t>Use GitHub Actions </a:t>
            </a:r>
            <a:r>
              <a:rPr lang="de-DE" dirty="0" err="1"/>
              <a:t>or</a:t>
            </a:r>
            <a:r>
              <a:rPr lang="de-DE" dirty="0"/>
              <a:t> Azure </a:t>
            </a:r>
            <a:r>
              <a:rPr lang="de-DE" dirty="0" err="1"/>
              <a:t>DevOps</a:t>
            </a:r>
            <a:r>
              <a:rPr lang="de-DE" dirty="0"/>
              <a:t> </a:t>
            </a:r>
            <a:r>
              <a:rPr lang="de-DE" dirty="0" err="1"/>
              <a:t>to</a:t>
            </a:r>
            <a:r>
              <a:rPr lang="de-DE" dirty="0"/>
              <a:t> </a:t>
            </a:r>
            <a:r>
              <a:rPr lang="de-DE" dirty="0" err="1"/>
              <a:t>automate</a:t>
            </a:r>
            <a:r>
              <a:rPr lang="de-DE" dirty="0"/>
              <a:t> </a:t>
            </a:r>
            <a:r>
              <a:rPr lang="de-DE" dirty="0" err="1"/>
              <a:t>validation</a:t>
            </a:r>
            <a:r>
              <a:rPr lang="de-DE" dirty="0"/>
              <a:t> and </a:t>
            </a:r>
            <a:r>
              <a:rPr lang="de-DE" dirty="0" err="1"/>
              <a:t>deployment</a:t>
            </a:r>
            <a:r>
              <a:rPr lang="de-DE" dirty="0"/>
              <a:t>.</a:t>
            </a:r>
            <a:endParaRPr lang="en-AT" dirty="0"/>
          </a:p>
          <a:p>
            <a:pPr lvl="1">
              <a:lnSpc>
                <a:spcPct val="150000"/>
              </a:lnSpc>
            </a:pPr>
            <a:r>
              <a:rPr lang="de-DE" dirty="0"/>
              <a:t>Trigger </a:t>
            </a:r>
            <a:r>
              <a:rPr lang="de-DE" dirty="0" err="1"/>
              <a:t>builds</a:t>
            </a:r>
            <a:r>
              <a:rPr lang="de-DE" dirty="0"/>
              <a:t> and </a:t>
            </a:r>
            <a:r>
              <a:rPr lang="de-DE" dirty="0" err="1"/>
              <a:t>deployments</a:t>
            </a:r>
            <a:r>
              <a:rPr lang="de-DE" dirty="0"/>
              <a:t> on </a:t>
            </a:r>
            <a:r>
              <a:rPr lang="de-DE" dirty="0" err="1"/>
              <a:t>commit</a:t>
            </a:r>
            <a:r>
              <a:rPr lang="de-DE" dirty="0"/>
              <a:t> </a:t>
            </a:r>
            <a:r>
              <a:rPr lang="de-DE" dirty="0" err="1"/>
              <a:t>or</a:t>
            </a:r>
            <a:r>
              <a:rPr lang="de-DE" dirty="0"/>
              <a:t> pull </a:t>
            </a:r>
            <a:r>
              <a:rPr lang="de-DE" dirty="0" err="1"/>
              <a:t>request</a:t>
            </a:r>
            <a:r>
              <a:rPr lang="de-DE" dirty="0"/>
              <a:t> </a:t>
            </a:r>
            <a:r>
              <a:rPr lang="de-DE" dirty="0" err="1"/>
              <a:t>merge</a:t>
            </a:r>
            <a:r>
              <a:rPr lang="de-DE" dirty="0"/>
              <a:t>.</a:t>
            </a:r>
            <a:endParaRPr lang="en-AT" dirty="0"/>
          </a:p>
          <a:p>
            <a:pPr>
              <a:lnSpc>
                <a:spcPct val="150000"/>
              </a:lnSpc>
            </a:pPr>
            <a:r>
              <a:rPr lang="de-DE" dirty="0" err="1"/>
              <a:t>Governance</a:t>
            </a:r>
            <a:r>
              <a:rPr lang="de-DE" dirty="0"/>
              <a:t> &amp; Review</a:t>
            </a:r>
            <a:endParaRPr lang="en-AT" dirty="0"/>
          </a:p>
          <a:p>
            <a:pPr lvl="1">
              <a:lnSpc>
                <a:spcPct val="150000"/>
              </a:lnSpc>
            </a:pPr>
            <a:r>
              <a:rPr lang="de-DE" dirty="0" err="1"/>
              <a:t>Enforce</a:t>
            </a:r>
            <a:r>
              <a:rPr lang="de-DE" dirty="0"/>
              <a:t> pull </a:t>
            </a:r>
            <a:r>
              <a:rPr lang="de-DE" dirty="0" err="1"/>
              <a:t>request</a:t>
            </a:r>
            <a:r>
              <a:rPr lang="de-DE" dirty="0"/>
              <a:t> </a:t>
            </a:r>
            <a:r>
              <a:rPr lang="de-DE" dirty="0" err="1"/>
              <a:t>approvals</a:t>
            </a:r>
            <a:r>
              <a:rPr lang="de-DE" dirty="0"/>
              <a:t> and </a:t>
            </a:r>
            <a:r>
              <a:rPr lang="de-DE" dirty="0" err="1"/>
              <a:t>branch</a:t>
            </a:r>
            <a:r>
              <a:rPr lang="de-DE" dirty="0"/>
              <a:t> </a:t>
            </a:r>
            <a:r>
              <a:rPr lang="de-DE" dirty="0" err="1"/>
              <a:t>protection</a:t>
            </a:r>
            <a:r>
              <a:rPr lang="de-DE" dirty="0"/>
              <a:t> </a:t>
            </a:r>
            <a:r>
              <a:rPr lang="de-DE" dirty="0" err="1"/>
              <a:t>rules</a:t>
            </a:r>
            <a:r>
              <a:rPr lang="de-DE" dirty="0"/>
              <a:t>.</a:t>
            </a:r>
            <a:endParaRPr lang="en-AT" dirty="0"/>
          </a:p>
        </p:txBody>
      </p:sp>
      <p:pic>
        <p:nvPicPr>
          <p:cNvPr id="6" name="Content Placeholder 5">
            <a:extLst>
              <a:ext uri="{FF2B5EF4-FFF2-40B4-BE49-F238E27FC236}">
                <a16:creationId xmlns:a16="http://schemas.microsoft.com/office/drawing/2014/main" id="{49B00904-D9A2-9F7A-8339-7EB44151F3D7}"/>
              </a:ext>
            </a:extLst>
          </p:cNvPr>
          <p:cNvPicPr>
            <a:picLocks noGrp="1" noChangeAspect="1"/>
          </p:cNvPicPr>
          <p:nvPr>
            <p:ph sz="half" idx="2"/>
          </p:nvPr>
        </p:nvPicPr>
        <p:blipFill>
          <a:blip r:embed="rId2"/>
          <a:stretch>
            <a:fillRect/>
          </a:stretch>
        </p:blipFill>
        <p:spPr>
          <a:xfrm>
            <a:off x="6218238" y="2284667"/>
            <a:ext cx="5351462" cy="2720466"/>
          </a:xfrm>
          <a:prstGeom prst="rect">
            <a:avLst/>
          </a:prstGeom>
        </p:spPr>
      </p:pic>
    </p:spTree>
    <p:extLst>
      <p:ext uri="{BB962C8B-B14F-4D97-AF65-F5344CB8AC3E}">
        <p14:creationId xmlns:p14="http://schemas.microsoft.com/office/powerpoint/2010/main" val="406142263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4FC0-75E6-C4EC-DD5C-C46A1A4E7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7DB32-0446-7263-5CCC-A341AAFD9F50}"/>
              </a:ext>
            </a:extLst>
          </p:cNvPr>
          <p:cNvSpPr>
            <a:spLocks noGrp="1"/>
          </p:cNvSpPr>
          <p:nvPr>
            <p:ph type="title"/>
          </p:nvPr>
        </p:nvSpPr>
        <p:spPr>
          <a:xfrm>
            <a:off x="681162" y="759826"/>
            <a:ext cx="10829676" cy="3443537"/>
          </a:xfrm>
        </p:spPr>
        <p:txBody>
          <a:bodyPr>
            <a:normAutofit/>
          </a:bodyPr>
          <a:lstStyle/>
          <a:p>
            <a:r>
              <a:rPr lang="en-US"/>
              <a:t>Using Analytics And Insights</a:t>
            </a:r>
          </a:p>
        </p:txBody>
      </p:sp>
      <p:sp>
        <p:nvSpPr>
          <p:cNvPr id="3" name="Text Placeholder 2">
            <a:extLst>
              <a:ext uri="{FF2B5EF4-FFF2-40B4-BE49-F238E27FC236}">
                <a16:creationId xmlns:a16="http://schemas.microsoft.com/office/drawing/2014/main" id="{27E79110-9965-09EF-5B96-DD98516DAD85}"/>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113448515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B51C2-E292-25EA-6BA3-E298166164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C5C5E0-3C73-52BD-34AE-C86CBADE4EFA}"/>
              </a:ext>
            </a:extLst>
          </p:cNvPr>
          <p:cNvSpPr>
            <a:spLocks noGrp="1"/>
          </p:cNvSpPr>
          <p:nvPr>
            <p:ph idx="1"/>
          </p:nvPr>
        </p:nvSpPr>
        <p:spPr/>
        <p:txBody>
          <a:bodyPr>
            <a:normAutofit lnSpcReduction="10000"/>
          </a:bodyPr>
          <a:lstStyle/>
          <a:p>
            <a:r>
              <a:rPr lang="en-US" b="1" dirty="0"/>
              <a:t>Summary charts</a:t>
            </a:r>
            <a:endParaRPr lang="en-AT" b="1" dirty="0"/>
          </a:p>
          <a:p>
            <a:pPr lvl="1"/>
            <a:r>
              <a:rPr lang="en-US" dirty="0"/>
              <a:t>Provide summary details, </a:t>
            </a:r>
            <a:r>
              <a:rPr lang="en-AT" dirty="0"/>
              <a:t>like</a:t>
            </a:r>
            <a:r>
              <a:rPr lang="en-US" dirty="0"/>
              <a:t> the total number of sessions, resolution rates, outcomes, </a:t>
            </a:r>
            <a:r>
              <a:rPr lang="en-AT" dirty="0"/>
              <a:t>...</a:t>
            </a:r>
            <a:endParaRPr lang="en-US" dirty="0"/>
          </a:p>
          <a:p>
            <a:r>
              <a:rPr lang="en-US" b="1" dirty="0"/>
              <a:t>Engagement over time chart</a:t>
            </a:r>
            <a:endParaRPr lang="en-AT" b="1" dirty="0"/>
          </a:p>
          <a:p>
            <a:pPr lvl="1"/>
            <a:r>
              <a:rPr lang="en-AT" dirty="0"/>
              <a:t>O</a:t>
            </a:r>
            <a:r>
              <a:rPr lang="en-US" dirty="0" err="1"/>
              <a:t>bserve</a:t>
            </a:r>
            <a:r>
              <a:rPr lang="en-US" dirty="0"/>
              <a:t> how your users are engaging with your agents over a specific period.</a:t>
            </a:r>
          </a:p>
          <a:p>
            <a:r>
              <a:rPr lang="en-US" b="1" dirty="0"/>
              <a:t>Session outcomes over time chart</a:t>
            </a:r>
            <a:endParaRPr lang="en-AT" b="1" dirty="0"/>
          </a:p>
          <a:p>
            <a:pPr lvl="1"/>
            <a:r>
              <a:rPr lang="en-US" dirty="0"/>
              <a:t>Provides percentages on how many sessions are being Resolved, Escalated, or Abandoned.</a:t>
            </a:r>
          </a:p>
          <a:p>
            <a:r>
              <a:rPr lang="en-US" b="1" dirty="0"/>
              <a:t>Resolution rate driver chart</a:t>
            </a:r>
            <a:endParaRPr lang="en-AT" b="1" dirty="0"/>
          </a:p>
          <a:p>
            <a:pPr lvl="1"/>
            <a:r>
              <a:rPr lang="en-AT" dirty="0"/>
              <a:t>L</a:t>
            </a:r>
            <a:r>
              <a:rPr lang="en-US" dirty="0" err="1"/>
              <a:t>ists</a:t>
            </a:r>
            <a:r>
              <a:rPr lang="en-US" dirty="0"/>
              <a:t> each topic and provides a resolution rate for it. </a:t>
            </a:r>
          </a:p>
          <a:p>
            <a:r>
              <a:rPr lang="en-US" b="1" dirty="0"/>
              <a:t>Escalation rate driver chart</a:t>
            </a:r>
            <a:endParaRPr lang="en-AT" b="1" dirty="0"/>
          </a:p>
          <a:p>
            <a:pPr lvl="1"/>
            <a:r>
              <a:rPr lang="en-US" dirty="0"/>
              <a:t>Provides details that are related to sessions that have been escalated to a live agent. </a:t>
            </a:r>
            <a:endParaRPr lang="en-AT" dirty="0"/>
          </a:p>
          <a:p>
            <a:r>
              <a:rPr lang="en-US" b="1" dirty="0"/>
              <a:t>Abandon rate driver chart</a:t>
            </a:r>
            <a:endParaRPr lang="en-AT" b="1" dirty="0"/>
          </a:p>
          <a:p>
            <a:pPr lvl="1"/>
            <a:r>
              <a:rPr lang="en-US" dirty="0"/>
              <a:t>Provides details that are related to abandoned sessions. </a:t>
            </a:r>
          </a:p>
        </p:txBody>
      </p:sp>
      <p:sp>
        <p:nvSpPr>
          <p:cNvPr id="3" name="Title 2">
            <a:extLst>
              <a:ext uri="{FF2B5EF4-FFF2-40B4-BE49-F238E27FC236}">
                <a16:creationId xmlns:a16="http://schemas.microsoft.com/office/drawing/2014/main" id="{602A44AC-3D8D-A65B-6529-F1F3CC8CFE62}"/>
              </a:ext>
            </a:extLst>
          </p:cNvPr>
          <p:cNvSpPr>
            <a:spLocks noGrp="1"/>
          </p:cNvSpPr>
          <p:nvPr>
            <p:ph type="title"/>
          </p:nvPr>
        </p:nvSpPr>
        <p:spPr/>
        <p:txBody>
          <a:bodyPr>
            <a:normAutofit/>
          </a:bodyPr>
          <a:lstStyle/>
          <a:p>
            <a:r>
              <a:rPr lang="en-AT" dirty="0"/>
              <a:t>Several Analytics </a:t>
            </a:r>
            <a:r>
              <a:rPr lang="en-AT" dirty="0" err="1"/>
              <a:t>Informations</a:t>
            </a:r>
            <a:endParaRPr lang="en-AT" dirty="0"/>
          </a:p>
        </p:txBody>
      </p:sp>
    </p:spTree>
    <p:extLst>
      <p:ext uri="{BB962C8B-B14F-4D97-AF65-F5344CB8AC3E}">
        <p14:creationId xmlns:p14="http://schemas.microsoft.com/office/powerpoint/2010/main" val="120484809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2D686-547C-2529-ECE9-22A1A5A815A8}"/>
            </a:ext>
          </a:extLst>
        </p:cNvPr>
        <p:cNvGrpSpPr/>
        <p:nvPr/>
      </p:nvGrpSpPr>
      <p:grpSpPr>
        <a:xfrm>
          <a:off x="0" y="0"/>
          <a:ext cx="0" cy="0"/>
          <a:chOff x="0" y="0"/>
          <a:chExt cx="0" cy="0"/>
        </a:xfrm>
      </p:grpSpPr>
      <p:sp>
        <p:nvSpPr>
          <p:cNvPr id="18" name="Title 4">
            <a:extLst>
              <a:ext uri="{FF2B5EF4-FFF2-40B4-BE49-F238E27FC236}">
                <a16:creationId xmlns:a16="http://schemas.microsoft.com/office/drawing/2014/main" id="{29792709-B4B2-85AE-4D3E-99B5E3DB5872}"/>
              </a:ext>
            </a:extLst>
          </p:cNvPr>
          <p:cNvSpPr>
            <a:spLocks noGrp="1"/>
          </p:cNvSpPr>
          <p:nvPr>
            <p:ph type="title"/>
          </p:nvPr>
        </p:nvSpPr>
        <p:spPr>
          <a:xfrm>
            <a:off x="307650" y="285527"/>
            <a:ext cx="11298564" cy="725711"/>
          </a:xfrm>
        </p:spPr>
        <p:txBody>
          <a:bodyPr wrap="square">
            <a:spAutoFit/>
          </a:bodyPr>
          <a:lstStyle/>
          <a:p>
            <a:pPr lvl="0"/>
            <a:r>
              <a:rPr lang="en-US" dirty="0">
                <a:cs typeface="Segoe UI"/>
              </a:rPr>
              <a:t>Analytics &amp; Insights </a:t>
            </a:r>
            <a:endParaRPr lang="en-US" dirty="0"/>
          </a:p>
        </p:txBody>
      </p:sp>
      <p:sp>
        <p:nvSpPr>
          <p:cNvPr id="2" name="TextBox 1">
            <a:extLst>
              <a:ext uri="{FF2B5EF4-FFF2-40B4-BE49-F238E27FC236}">
                <a16:creationId xmlns:a16="http://schemas.microsoft.com/office/drawing/2014/main" id="{E6B8C8CD-7ED3-7960-C327-1A76CF0DC5DB}"/>
              </a:ext>
            </a:extLst>
          </p:cNvPr>
          <p:cNvSpPr txBox="1"/>
          <p:nvPr/>
        </p:nvSpPr>
        <p:spPr>
          <a:xfrm>
            <a:off x="588963" y="1436688"/>
            <a:ext cx="3383280" cy="707886"/>
          </a:xfrm>
          <a:prstGeom prst="rect">
            <a:avLst/>
          </a:prstGeom>
          <a:noFill/>
        </p:spPr>
        <p:txBody>
          <a:bodyPr wrap="square" lIns="0" tIns="45720" rIns="0" bIns="45720" anchor="t">
            <a:spAutoFit/>
          </a:bodyPr>
          <a:lstStyle/>
          <a:p>
            <a:pPr lvl="0" defTabSz="914400">
              <a:defRPr/>
            </a:pPr>
            <a:r>
              <a:rPr lang="en-US" sz="2000" b="1" dirty="0">
                <a:ln w="3175">
                  <a:noFill/>
                </a:ln>
                <a:gradFill>
                  <a:gsLst>
                    <a:gs pos="80000">
                      <a:srgbClr val="0A6BBA"/>
                    </a:gs>
                    <a:gs pos="0">
                      <a:srgbClr val="7656AD"/>
                    </a:gs>
                  </a:gsLst>
                  <a:path path="circle">
                    <a:fillToRect l="100000" t="100000"/>
                  </a:path>
                </a:gradFill>
                <a:latin typeface="+mj-lt"/>
                <a:cs typeface="Segoe UI" panose="020B0502040204020203" pitchFamily="34" charset="0"/>
              </a:rPr>
              <a:t>Gain visibility into how your autonomous agents perform</a:t>
            </a:r>
          </a:p>
        </p:txBody>
      </p:sp>
      <p:sp>
        <p:nvSpPr>
          <p:cNvPr id="7" name="TextBox 6">
            <a:extLst>
              <a:ext uri="{FF2B5EF4-FFF2-40B4-BE49-F238E27FC236}">
                <a16:creationId xmlns:a16="http://schemas.microsoft.com/office/drawing/2014/main" id="{EFAB0C50-88CB-8E82-1DE4-A938286D3BF6}"/>
              </a:ext>
            </a:extLst>
          </p:cNvPr>
          <p:cNvSpPr txBox="1"/>
          <p:nvPr/>
        </p:nvSpPr>
        <p:spPr>
          <a:xfrm>
            <a:off x="585786" y="2410747"/>
            <a:ext cx="3521393" cy="3416320"/>
          </a:xfrm>
          <a:prstGeom prst="rect">
            <a:avLst/>
          </a:prstGeom>
          <a:noFill/>
        </p:spPr>
        <p:txBody>
          <a:bodyPr wrap="square" lIns="0" tIns="0" rIns="0" bIns="0" rtlCol="0" anchor="t">
            <a:spAutoFit/>
          </a:bodyPr>
          <a:lstStyle/>
          <a:p>
            <a:pPr defTabSz="914400">
              <a:spcBef>
                <a:spcPts val="600"/>
              </a:spcBef>
              <a:buClr>
                <a:schemeClr val="tx1"/>
              </a:buClr>
              <a:defRPr/>
            </a:pPr>
            <a:r>
              <a:rPr lang="en-US" sz="1600" b="1" dirty="0">
                <a:latin typeface="+mj-lt"/>
                <a:cs typeface="Segoe UI" panose="020B0502040204020203" pitchFamily="34" charset="0"/>
              </a:rPr>
              <a:t>Top KPIs</a:t>
            </a:r>
            <a:endParaRPr lang="en-US" sz="1600" dirty="0">
              <a:latin typeface="+mj-lt"/>
              <a:cs typeface="Segoe UI" panose="020B0502040204020203" pitchFamily="34" charset="0"/>
            </a:endParaRPr>
          </a:p>
          <a:p>
            <a:pPr marL="285750" indent="-285750" defTabSz="914400">
              <a:spcBef>
                <a:spcPts val="6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Total runs</a:t>
            </a:r>
            <a:r>
              <a:rPr lang="en-US" sz="1400" b="1" dirty="0">
                <a:solidFill>
                  <a:srgbClr val="0A6BBA"/>
                </a:solidFill>
                <a:latin typeface="Segoe UI Semibold" panose="020B0502040204020203" pitchFamily="34" charset="0"/>
                <a:cs typeface="Segoe UI Semibold" panose="020B0502040204020203" pitchFamily="34" charset="0"/>
              </a:rPr>
              <a:t> </a:t>
            </a:r>
            <a:r>
              <a:rPr lang="en-US" sz="1400" dirty="0">
                <a:latin typeface="Segoe UI" panose="020B0502040204020203" pitchFamily="34" charset="0"/>
                <a:cs typeface="Segoe UI" panose="020B0502040204020203" pitchFamily="34" charset="0"/>
              </a:rPr>
              <a:t>for the report period</a:t>
            </a:r>
          </a:p>
          <a:p>
            <a:pPr marL="285750" indent="-285750" defTabSz="914400">
              <a:spcBef>
                <a:spcPts val="4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Breakdown</a:t>
            </a:r>
            <a:r>
              <a:rPr lang="en-US" sz="1400" b="1" dirty="0">
                <a:latin typeface="Segoe UI" panose="020B0502040204020203" pitchFamily="34" charset="0"/>
                <a:cs typeface="Segoe UI" panose="020B0502040204020203" pitchFamily="34" charset="0"/>
              </a:rPr>
              <a:t> </a:t>
            </a:r>
            <a:r>
              <a:rPr lang="en-US" sz="1400" dirty="0">
                <a:latin typeface="Segoe UI" panose="020B0502040204020203" pitchFamily="34" charset="0"/>
                <a:cs typeface="Segoe UI" panose="020B0502040204020203" pitchFamily="34" charset="0"/>
              </a:rPr>
              <a:t>by successful &amp; failed runs</a:t>
            </a:r>
          </a:p>
          <a:p>
            <a:pPr marL="285750" indent="-285750" defTabSz="914400">
              <a:spcBef>
                <a:spcPts val="4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Trend analysis </a:t>
            </a:r>
            <a:r>
              <a:rPr lang="en-US" sz="1400" dirty="0">
                <a:latin typeface="Segoe UI" panose="020B0502040204020203" pitchFamily="34" charset="0"/>
                <a:cs typeface="Segoe UI" panose="020B0502040204020203" pitchFamily="34" charset="0"/>
              </a:rPr>
              <a:t>over-time to easily identify areas that require close attention</a:t>
            </a:r>
          </a:p>
          <a:p>
            <a:pPr marL="285750" indent="-285750" defTabSz="914400">
              <a:spcBef>
                <a:spcPts val="4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Average</a:t>
            </a:r>
            <a:r>
              <a:rPr lang="en-US" sz="1400" b="1" dirty="0">
                <a:latin typeface="Segoe UI" panose="020B0502040204020203" pitchFamily="34" charset="0"/>
                <a:cs typeface="Segoe UI" panose="020B0502040204020203" pitchFamily="34" charset="0"/>
              </a:rPr>
              <a:t> </a:t>
            </a:r>
            <a:r>
              <a:rPr lang="en-US" sz="1400" dirty="0">
                <a:latin typeface="Segoe UI" panose="020B0502040204020203" pitchFamily="34" charset="0"/>
                <a:cs typeface="Segoe UI" panose="020B0502040204020203" pitchFamily="34" charset="0"/>
              </a:rPr>
              <a:t>run duration</a:t>
            </a:r>
          </a:p>
          <a:p>
            <a:pPr defTabSz="914400">
              <a:spcBef>
                <a:spcPts val="1800"/>
              </a:spcBef>
              <a:buClr>
                <a:schemeClr val="tx1"/>
              </a:buClr>
              <a:defRPr/>
            </a:pPr>
            <a:r>
              <a:rPr lang="en-US" sz="1600" b="1" dirty="0">
                <a:latin typeface="+mj-lt"/>
                <a:cs typeface="Segoe UI" panose="020B0502040204020203" pitchFamily="34" charset="0"/>
              </a:rPr>
              <a:t>Consumption analysis</a:t>
            </a:r>
          </a:p>
          <a:p>
            <a:pPr marL="285750" indent="-285750" defTabSz="914400">
              <a:spcBef>
                <a:spcPts val="600"/>
              </a:spcBef>
              <a:buClr>
                <a:srgbClr val="0A6BBA"/>
              </a:buClr>
              <a:buFont typeface="Arial" panose="020B0604020202020204" pitchFamily="34" charset="0"/>
              <a:buChar char="•"/>
              <a:defRPr/>
            </a:pPr>
            <a:r>
              <a:rPr lang="en-US" sz="1400" dirty="0">
                <a:latin typeface="Segoe UI" panose="020B0502040204020203" pitchFamily="34" charset="0"/>
                <a:cs typeface="Segoe UI" panose="020B0502040204020203" pitchFamily="34" charset="0"/>
              </a:rPr>
              <a:t>Understand costs related to your agent in a detailed billing consumption report.</a:t>
            </a:r>
          </a:p>
          <a:p>
            <a:pPr marL="285750" indent="-285750" defTabSz="914400">
              <a:spcBef>
                <a:spcPts val="600"/>
              </a:spcBef>
              <a:buClr>
                <a:srgbClr val="0A6BBA"/>
              </a:buClr>
              <a:buFont typeface="Arial" panose="020B0604020202020204" pitchFamily="34" charset="0"/>
              <a:buChar char="•"/>
              <a:defRPr/>
            </a:pPr>
            <a:r>
              <a:rPr lang="en-US" sz="1400" dirty="0">
                <a:latin typeface="Segoe UI" panose="020B0502040204020203" pitchFamily="34" charset="0"/>
                <a:cs typeface="Segoe UI" panose="020B0502040204020203" pitchFamily="34" charset="0"/>
              </a:rPr>
              <a:t>Message consumption over time.</a:t>
            </a:r>
          </a:p>
          <a:p>
            <a:pPr marL="285750" indent="-285750" defTabSz="914400">
              <a:spcBef>
                <a:spcPts val="600"/>
              </a:spcBef>
              <a:buClr>
                <a:srgbClr val="0A6BBA"/>
              </a:buClr>
              <a:buFont typeface="Arial" panose="020B0604020202020204" pitchFamily="34" charset="0"/>
              <a:buChar char="•"/>
              <a:defRPr/>
            </a:pPr>
            <a:r>
              <a:rPr lang="en-US" sz="1400" dirty="0">
                <a:latin typeface="Segoe UI" panose="020B0502040204020203" pitchFamily="34" charset="0"/>
                <a:cs typeface="Segoe UI" panose="020B0502040204020203" pitchFamily="34" charset="0"/>
              </a:rPr>
              <a:t>Breakdown between type of events.</a:t>
            </a:r>
          </a:p>
          <a:p>
            <a:pPr marR="0" lvl="0" algn="l" defTabSz="914400" rtl="0" eaLnBrk="1" fontAlgn="auto" latinLnBrk="0" hangingPunct="1">
              <a:spcBef>
                <a:spcPts val="600"/>
              </a:spcBef>
              <a:spcAft>
                <a:spcPts val="0"/>
              </a:spcAft>
              <a:buClr>
                <a:schemeClr val="tx1"/>
              </a:buClr>
              <a:buSzTx/>
              <a:tabLst/>
              <a:defRPr/>
            </a:pPr>
            <a:endParaRPr kumimoji="0" lang="en-US" sz="1400" b="0" i="0" u="none" strike="noStrike" kern="0" cap="none" spc="0" normalizeH="0" baseline="0" noProof="0" dirty="0">
              <a:ln>
                <a:noFill/>
              </a:ln>
              <a:effectLst/>
              <a:uLnTx/>
              <a:uFillTx/>
              <a:latin typeface="Segoe UI" panose="020B0502040204020203" pitchFamily="34" charset="0"/>
              <a:ea typeface="+mn-lt"/>
              <a:cs typeface="Segoe UI" panose="020B0502040204020203" pitchFamily="34" charset="0"/>
            </a:endParaRPr>
          </a:p>
        </p:txBody>
      </p:sp>
      <p:sp>
        <p:nvSpPr>
          <p:cNvPr id="6" name="TextBox 5">
            <a:extLst>
              <a:ext uri="{FF2B5EF4-FFF2-40B4-BE49-F238E27FC236}">
                <a16:creationId xmlns:a16="http://schemas.microsoft.com/office/drawing/2014/main" id="{72AF60B1-9822-6A15-559E-1896EA50CD6B}"/>
              </a:ext>
              <a:ext uri="{C183D7F6-B498-43B3-948B-1728B52AA6E4}">
                <adec:decorative xmlns:adec="http://schemas.microsoft.com/office/drawing/2017/decorative" val="1"/>
              </a:ext>
            </a:extLst>
          </p:cNvPr>
          <p:cNvSpPr txBox="1"/>
          <p:nvPr/>
        </p:nvSpPr>
        <p:spPr>
          <a:xfrm>
            <a:off x="4546570" y="1623701"/>
            <a:ext cx="6793699" cy="4434198"/>
          </a:xfrm>
          <a:prstGeom prst="roundRect">
            <a:avLst>
              <a:gd name="adj" fmla="val 7196"/>
            </a:avLst>
          </a:prstGeom>
          <a:solidFill>
            <a:srgbClr val="194449">
              <a:alpha val="10000"/>
            </a:srgbClr>
          </a:solidFill>
          <a:ln w="19050" cap="rnd">
            <a:gradFill flip="none" rotWithShape="1">
              <a:gsLst>
                <a:gs pos="0">
                  <a:srgbClr val="7656AD"/>
                </a:gs>
                <a:gs pos="80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600" spc="-20">
                <a:ln w="3175">
                  <a:noFill/>
                </a:ln>
                <a:gradFill>
                  <a:gsLst>
                    <a:gs pos="0">
                      <a:srgbClr val="0078D4"/>
                    </a:gs>
                    <a:gs pos="80000">
                      <a:srgbClr val="399A91"/>
                    </a:gs>
                  </a:gsLst>
                  <a:path path="circle">
                    <a:fillToRect l="100000" t="100000"/>
                  </a:path>
                </a:gradFill>
                <a:latin typeface="Segoe UI Semibold"/>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pic>
        <p:nvPicPr>
          <p:cNvPr id="5" name="Picture 4" descr="Screenshot of Copilot Studio lead qualifications dashboard">
            <a:extLst>
              <a:ext uri="{FF2B5EF4-FFF2-40B4-BE49-F238E27FC236}">
                <a16:creationId xmlns:a16="http://schemas.microsoft.com/office/drawing/2014/main" id="{41B1DB6C-318B-8DED-0E17-4E3317DBEB8C}"/>
              </a:ext>
            </a:extLst>
          </p:cNvPr>
          <p:cNvPicPr>
            <a:picLocks noChangeAspect="1"/>
          </p:cNvPicPr>
          <p:nvPr/>
        </p:nvPicPr>
        <p:blipFill>
          <a:blip r:embed="rId4"/>
          <a:srcRect l="5090" r="4829" b="976"/>
          <a:stretch>
            <a:fillRect/>
          </a:stretch>
        </p:blipFill>
        <p:spPr>
          <a:xfrm>
            <a:off x="4714047" y="2007842"/>
            <a:ext cx="6336486" cy="3652214"/>
          </a:xfrm>
          <a:prstGeom prst="roundRect">
            <a:avLst>
              <a:gd name="adj" fmla="val 2464"/>
            </a:avLst>
          </a:prstGeom>
        </p:spPr>
      </p:pic>
    </p:spTree>
    <p:custDataLst>
      <p:tags r:id="rId1"/>
    </p:custDataLst>
    <p:extLst>
      <p:ext uri="{BB962C8B-B14F-4D97-AF65-F5344CB8AC3E}">
        <p14:creationId xmlns:p14="http://schemas.microsoft.com/office/powerpoint/2010/main" val="893377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18"/>
                                        </p:tgtEl>
                                        <p:attrNameLst>
                                          <p:attrName>style.visibility</p:attrName>
                                        </p:attrNameLst>
                                      </p:cBhvr>
                                      <p:to>
                                        <p:strVal val="visible"/>
                                      </p:to>
                                    </p:set>
                                    <p:animEffect transition="in" filter="fade">
                                      <p:cBhvr>
                                        <p:cTn id="7" dur="200"/>
                                        <p:tgtEl>
                                          <p:spTgt spid="18"/>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
                                        <p:tgtEl>
                                          <p:spTgt spid="2"/>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p:tgtEl>
                                          <p:spTgt spid="7"/>
                                        </p:tgtEl>
                                      </p:cBhvr>
                                    </p:animEffect>
                                  </p:childTnLst>
                                </p:cTn>
                              </p:par>
                              <p:par>
                                <p:cTn id="17" presetID="10" presetClass="entr" presetSubtype="0" fill="hold" nodeType="withEffect">
                                  <p:stCondLst>
                                    <p:cond delay="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P spid="7" grpId="0"/>
      <p:bldP spid="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1C0C-9DE8-1706-86C2-CBA7DCF15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6598E-F192-70E8-FFB0-C868AB2CE089}"/>
              </a:ext>
            </a:extLst>
          </p:cNvPr>
          <p:cNvSpPr>
            <a:spLocks noGrp="1"/>
          </p:cNvSpPr>
          <p:nvPr>
            <p:ph type="title"/>
          </p:nvPr>
        </p:nvSpPr>
        <p:spPr>
          <a:xfrm>
            <a:off x="681162" y="759826"/>
            <a:ext cx="10829676" cy="3443537"/>
          </a:xfrm>
        </p:spPr>
        <p:txBody>
          <a:bodyPr>
            <a:normAutofit/>
          </a:bodyPr>
          <a:lstStyle/>
          <a:p>
            <a:r>
              <a:rPr lang="en-AT" dirty="0"/>
              <a:t>Copilot Studio Compliance</a:t>
            </a:r>
            <a:endParaRPr lang="en-US" dirty="0"/>
          </a:p>
        </p:txBody>
      </p:sp>
      <p:sp>
        <p:nvSpPr>
          <p:cNvPr id="3" name="Text Placeholder 2">
            <a:extLst>
              <a:ext uri="{FF2B5EF4-FFF2-40B4-BE49-F238E27FC236}">
                <a16:creationId xmlns:a16="http://schemas.microsoft.com/office/drawing/2014/main" id="{FAF94F3F-15F4-A48F-A3DB-1A95CEC4466E}"/>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189004978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C64B1-819A-8D26-FAFD-8B9CE6D2D16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5D7D78E-5E8B-8775-1380-538E451875C4}"/>
              </a:ext>
            </a:extLst>
          </p:cNvPr>
          <p:cNvPicPr>
            <a:picLocks noChangeAspect="1"/>
          </p:cNvPicPr>
          <p:nvPr/>
        </p:nvPicPr>
        <p:blipFill>
          <a:blip r:embed="rId2"/>
          <a:stretch>
            <a:fillRect/>
          </a:stretch>
        </p:blipFill>
        <p:spPr>
          <a:xfrm>
            <a:off x="1913218" y="1391478"/>
            <a:ext cx="8330450" cy="4477616"/>
          </a:xfrm>
          <a:prstGeom prst="rect">
            <a:avLst/>
          </a:prstGeom>
          <a:noFill/>
        </p:spPr>
      </p:pic>
      <p:sp>
        <p:nvSpPr>
          <p:cNvPr id="3" name="Title 2">
            <a:extLst>
              <a:ext uri="{FF2B5EF4-FFF2-40B4-BE49-F238E27FC236}">
                <a16:creationId xmlns:a16="http://schemas.microsoft.com/office/drawing/2014/main" id="{58589113-C6AB-DD18-4C0C-CD4A4ED44BF5}"/>
              </a:ext>
            </a:extLst>
          </p:cNvPr>
          <p:cNvSpPr>
            <a:spLocks noGrp="1"/>
          </p:cNvSpPr>
          <p:nvPr>
            <p:ph type="title"/>
          </p:nvPr>
        </p:nvSpPr>
        <p:spPr>
          <a:xfrm>
            <a:off x="299182" y="135604"/>
            <a:ext cx="11558521" cy="901535"/>
          </a:xfrm>
        </p:spPr>
        <p:txBody>
          <a:bodyPr wrap="square" anchor="t">
            <a:normAutofit/>
          </a:bodyPr>
          <a:lstStyle/>
          <a:p>
            <a:r>
              <a:rPr lang="en-US" dirty="0"/>
              <a:t>Copilot Control System</a:t>
            </a:r>
            <a:endParaRPr lang="en-AT" dirty="0"/>
          </a:p>
        </p:txBody>
      </p:sp>
      <p:sp>
        <p:nvSpPr>
          <p:cNvPr id="13" name="Footer Placeholder 3">
            <a:extLst>
              <a:ext uri="{FF2B5EF4-FFF2-40B4-BE49-F238E27FC236}">
                <a16:creationId xmlns:a16="http://schemas.microsoft.com/office/drawing/2014/main" id="{FA9334FE-CD6A-2B3A-C9D4-79CE88B4B528}"/>
              </a:ext>
            </a:extLst>
          </p:cNvPr>
          <p:cNvSpPr>
            <a:spLocks noGrp="1"/>
          </p:cNvSpPr>
          <p:nvPr>
            <p:ph type="ftr" sz="quarter" idx="11"/>
          </p:nvPr>
        </p:nvSpPr>
        <p:spPr>
          <a:xfrm>
            <a:off x="579438" y="6421083"/>
            <a:ext cx="4151312" cy="197976"/>
          </a:xfrm>
        </p:spPr>
        <p:txBody>
          <a:bodyPr/>
          <a:lstStyle/>
          <a:p>
            <a:endParaRPr lang="en-US"/>
          </a:p>
        </p:txBody>
      </p:sp>
    </p:spTree>
    <p:extLst>
      <p:ext uri="{BB962C8B-B14F-4D97-AF65-F5344CB8AC3E}">
        <p14:creationId xmlns:p14="http://schemas.microsoft.com/office/powerpoint/2010/main" val="28803986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EBBF8-377C-DD29-1813-2B9B87BEDF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034551-216D-E6C0-D8D5-1B9B77B298BD}"/>
              </a:ext>
            </a:extLst>
          </p:cNvPr>
          <p:cNvSpPr>
            <a:spLocks noGrp="1"/>
          </p:cNvSpPr>
          <p:nvPr>
            <p:ph type="title"/>
          </p:nvPr>
        </p:nvSpPr>
        <p:spPr/>
        <p:txBody>
          <a:bodyPr>
            <a:normAutofit/>
          </a:bodyPr>
          <a:lstStyle/>
          <a:p>
            <a:r>
              <a:rPr lang="de-DE" dirty="0"/>
              <a:t>Agent Controls Model</a:t>
            </a:r>
            <a:endParaRPr lang="en-AT" dirty="0"/>
          </a:p>
        </p:txBody>
      </p:sp>
      <p:sp>
        <p:nvSpPr>
          <p:cNvPr id="4" name="Footer Placeholder 3">
            <a:extLst>
              <a:ext uri="{FF2B5EF4-FFF2-40B4-BE49-F238E27FC236}">
                <a16:creationId xmlns:a16="http://schemas.microsoft.com/office/drawing/2014/main" id="{4B4A87BD-AC07-E2E2-6F42-1D93A3D7F445}"/>
              </a:ext>
            </a:extLst>
          </p:cNvPr>
          <p:cNvSpPr>
            <a:spLocks noGrp="1"/>
          </p:cNvSpPr>
          <p:nvPr>
            <p:ph type="ftr" sz="quarter" idx="11"/>
          </p:nvPr>
        </p:nvSpPr>
        <p:spPr/>
        <p:txBody>
          <a:bodyPr/>
          <a:lstStyle/>
          <a:p>
            <a:endParaRPr lang="en-US"/>
          </a:p>
        </p:txBody>
      </p:sp>
      <p:pic>
        <p:nvPicPr>
          <p:cNvPr id="6" name="Picture 5">
            <a:extLst>
              <a:ext uri="{FF2B5EF4-FFF2-40B4-BE49-F238E27FC236}">
                <a16:creationId xmlns:a16="http://schemas.microsoft.com/office/drawing/2014/main" id="{566EC93B-F4FD-5AD7-84FA-4E0E5EF0F66D}"/>
              </a:ext>
            </a:extLst>
          </p:cNvPr>
          <p:cNvPicPr>
            <a:picLocks noChangeAspect="1"/>
          </p:cNvPicPr>
          <p:nvPr/>
        </p:nvPicPr>
        <p:blipFill>
          <a:blip r:embed="rId2"/>
          <a:srcRect t="1755"/>
          <a:stretch>
            <a:fillRect/>
          </a:stretch>
        </p:blipFill>
        <p:spPr>
          <a:xfrm>
            <a:off x="1390335" y="1569508"/>
            <a:ext cx="9791120" cy="4245557"/>
          </a:xfrm>
          <a:prstGeom prst="rect">
            <a:avLst/>
          </a:prstGeom>
        </p:spPr>
      </p:pic>
    </p:spTree>
    <p:extLst>
      <p:ext uri="{BB962C8B-B14F-4D97-AF65-F5344CB8AC3E}">
        <p14:creationId xmlns:p14="http://schemas.microsoft.com/office/powerpoint/2010/main" val="15774158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BCC6F-293D-830F-D820-8205CB21E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8E180-ABC6-9091-0950-72004137F257}"/>
              </a:ext>
            </a:extLst>
          </p:cNvPr>
          <p:cNvSpPr>
            <a:spLocks noGrp="1"/>
          </p:cNvSpPr>
          <p:nvPr>
            <p:ph type="title"/>
          </p:nvPr>
        </p:nvSpPr>
        <p:spPr/>
        <p:txBody>
          <a:bodyPr/>
          <a:lstStyle/>
          <a:p>
            <a:r>
              <a:rPr lang="en-AT" dirty="0"/>
              <a:t>Agent Control Zones</a:t>
            </a:r>
          </a:p>
        </p:txBody>
      </p:sp>
      <p:sp>
        <p:nvSpPr>
          <p:cNvPr id="4" name="Footer Placeholder 3">
            <a:extLst>
              <a:ext uri="{FF2B5EF4-FFF2-40B4-BE49-F238E27FC236}">
                <a16:creationId xmlns:a16="http://schemas.microsoft.com/office/drawing/2014/main" id="{EB44F92E-4371-3427-120A-F842B12FA822}"/>
              </a:ext>
            </a:extLst>
          </p:cNvPr>
          <p:cNvSpPr>
            <a:spLocks noGrp="1"/>
          </p:cNvSpPr>
          <p:nvPr>
            <p:ph type="ftr" sz="quarter" idx="11"/>
          </p:nvPr>
        </p:nvSpPr>
        <p:spPr/>
        <p:txBody>
          <a:bodyPr/>
          <a:lstStyle/>
          <a:p>
            <a:endParaRPr lang="en-US"/>
          </a:p>
        </p:txBody>
      </p:sp>
      <p:pic>
        <p:nvPicPr>
          <p:cNvPr id="9" name="Picture 8">
            <a:extLst>
              <a:ext uri="{FF2B5EF4-FFF2-40B4-BE49-F238E27FC236}">
                <a16:creationId xmlns:a16="http://schemas.microsoft.com/office/drawing/2014/main" id="{0CC97D24-56F3-FECA-4AC3-413442296288}"/>
              </a:ext>
            </a:extLst>
          </p:cNvPr>
          <p:cNvPicPr>
            <a:picLocks noChangeAspect="1"/>
          </p:cNvPicPr>
          <p:nvPr/>
        </p:nvPicPr>
        <p:blipFill>
          <a:blip r:embed="rId2"/>
          <a:stretch>
            <a:fillRect/>
          </a:stretch>
        </p:blipFill>
        <p:spPr>
          <a:xfrm>
            <a:off x="1616163" y="1333746"/>
            <a:ext cx="8959674" cy="4459926"/>
          </a:xfrm>
          <a:prstGeom prst="rect">
            <a:avLst/>
          </a:prstGeom>
        </p:spPr>
      </p:pic>
    </p:spTree>
    <p:extLst>
      <p:ext uri="{BB962C8B-B14F-4D97-AF65-F5344CB8AC3E}">
        <p14:creationId xmlns:p14="http://schemas.microsoft.com/office/powerpoint/2010/main" val="123351809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9E2B-B362-B41B-3702-8521E3808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56CC0-D570-6FCD-230B-F251E527C88F}"/>
              </a:ext>
            </a:extLst>
          </p:cNvPr>
          <p:cNvSpPr>
            <a:spLocks noGrp="1"/>
          </p:cNvSpPr>
          <p:nvPr>
            <p:ph type="title"/>
          </p:nvPr>
        </p:nvSpPr>
        <p:spPr>
          <a:xfrm>
            <a:off x="681162" y="759826"/>
            <a:ext cx="10829676" cy="3443537"/>
          </a:xfrm>
        </p:spPr>
        <p:txBody>
          <a:bodyPr>
            <a:normAutofit/>
          </a:bodyPr>
          <a:lstStyle/>
          <a:p>
            <a:r>
              <a:rPr lang="en-AT" dirty="0"/>
              <a:t>Securing Data using Purview</a:t>
            </a:r>
            <a:endParaRPr lang="en-US" dirty="0"/>
          </a:p>
        </p:txBody>
      </p:sp>
      <p:sp>
        <p:nvSpPr>
          <p:cNvPr id="3" name="Text Placeholder 2">
            <a:extLst>
              <a:ext uri="{FF2B5EF4-FFF2-40B4-BE49-F238E27FC236}">
                <a16:creationId xmlns:a16="http://schemas.microsoft.com/office/drawing/2014/main" id="{5B6F610F-E3AC-58E0-45FD-973954025ACC}"/>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0107583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7C6956-CEBF-540C-351B-DBA09C219B2A}"/>
              </a:ext>
            </a:extLst>
          </p:cNvPr>
          <p:cNvSpPr>
            <a:spLocks noGrp="1"/>
          </p:cNvSpPr>
          <p:nvPr>
            <p:ph type="title"/>
          </p:nvPr>
        </p:nvSpPr>
        <p:spPr/>
        <p:txBody>
          <a:bodyPr>
            <a:normAutofit fontScale="90000"/>
          </a:bodyPr>
          <a:lstStyle/>
          <a:p>
            <a:r>
              <a:rPr lang="de-DE" dirty="0"/>
              <a:t>Microsoft </a:t>
            </a:r>
            <a:r>
              <a:rPr lang="de-DE" dirty="0" err="1"/>
              <a:t>Purview</a:t>
            </a:r>
            <a:r>
              <a:rPr lang="de-DE" dirty="0"/>
              <a:t> &amp; Copilot</a:t>
            </a:r>
            <a:endParaRPr lang="en-AT" dirty="0"/>
          </a:p>
        </p:txBody>
      </p:sp>
      <p:sp>
        <p:nvSpPr>
          <p:cNvPr id="5" name="Content Placeholder 4">
            <a:extLst>
              <a:ext uri="{FF2B5EF4-FFF2-40B4-BE49-F238E27FC236}">
                <a16:creationId xmlns:a16="http://schemas.microsoft.com/office/drawing/2014/main" id="{97306A8E-8038-FB1E-6BB0-28775A9C46F2}"/>
              </a:ext>
            </a:extLst>
          </p:cNvPr>
          <p:cNvSpPr>
            <a:spLocks noGrp="1"/>
          </p:cNvSpPr>
          <p:nvPr>
            <p:ph sz="half" idx="1"/>
          </p:nvPr>
        </p:nvSpPr>
        <p:spPr/>
        <p:txBody>
          <a:bodyPr>
            <a:normAutofit/>
          </a:bodyPr>
          <a:lstStyle/>
          <a:p>
            <a:pPr lvl="1"/>
            <a:r>
              <a:rPr lang="en-US" dirty="0"/>
              <a:t>Unified Data Governance Platform</a:t>
            </a:r>
            <a:endParaRPr lang="en-AT" dirty="0"/>
          </a:p>
          <a:p>
            <a:pPr lvl="2"/>
            <a:r>
              <a:rPr lang="en-US" dirty="0"/>
              <a:t>Purview helps organizations discover, classify, and manage data across hybrid environments—on-premises, multi-cloud, and SaaS.</a:t>
            </a:r>
          </a:p>
          <a:p>
            <a:pPr lvl="1"/>
            <a:r>
              <a:rPr lang="en-US" dirty="0"/>
              <a:t>Enabling Responsible AI</a:t>
            </a:r>
            <a:endParaRPr lang="en-AT" dirty="0"/>
          </a:p>
          <a:p>
            <a:pPr lvl="2"/>
            <a:r>
              <a:rPr lang="en-US" dirty="0"/>
              <a:t>It ensures that data used by custom Copilots is secure, compliant, and well-governed, supporting ethical AI development.</a:t>
            </a:r>
          </a:p>
          <a:p>
            <a:pPr lvl="1"/>
            <a:r>
              <a:rPr lang="en-US" dirty="0"/>
              <a:t>Metadata &amp; Lineage Tracking</a:t>
            </a:r>
            <a:endParaRPr lang="en-AT" dirty="0"/>
          </a:p>
          <a:p>
            <a:pPr lvl="2"/>
            <a:r>
              <a:rPr lang="en-US" dirty="0"/>
              <a:t>Purview provides deep visibility into data sources, lineage, and usage—critical for transparency in AI-driven decisions.</a:t>
            </a:r>
          </a:p>
          <a:p>
            <a:pPr lvl="1"/>
            <a:r>
              <a:rPr lang="en-US" dirty="0"/>
              <a:t>Data Access Control</a:t>
            </a:r>
            <a:endParaRPr lang="en-AT" dirty="0"/>
          </a:p>
          <a:p>
            <a:pPr lvl="2"/>
            <a:r>
              <a:rPr lang="en-US" dirty="0"/>
              <a:t>Integrates with Microsoft Entra and other identity solutions to enforce granular access policies for Copilot interactions.</a:t>
            </a:r>
          </a:p>
          <a:p>
            <a:pPr lvl="1"/>
            <a:r>
              <a:rPr lang="en-US" dirty="0"/>
              <a:t>Foundation for Trustworthy Copilots</a:t>
            </a:r>
            <a:endParaRPr lang="en-AT"/>
          </a:p>
          <a:p>
            <a:pPr lvl="2"/>
            <a:r>
              <a:rPr lang="en-US"/>
              <a:t>By </a:t>
            </a:r>
            <a:r>
              <a:rPr lang="en-US" dirty="0"/>
              <a:t>managing sensitive data and compliance risks, Purview lays the groundwork for building Copilots that users and regulators can trust</a:t>
            </a:r>
          </a:p>
        </p:txBody>
      </p:sp>
      <p:pic>
        <p:nvPicPr>
          <p:cNvPr id="3" name="Content Placeholder 2">
            <a:extLst>
              <a:ext uri="{FF2B5EF4-FFF2-40B4-BE49-F238E27FC236}">
                <a16:creationId xmlns:a16="http://schemas.microsoft.com/office/drawing/2014/main" id="{89905F8E-3F22-B142-0B77-7F59CEA7C072}"/>
              </a:ext>
            </a:extLst>
          </p:cNvPr>
          <p:cNvPicPr>
            <a:picLocks noGrp="1" noChangeAspect="1"/>
          </p:cNvPicPr>
          <p:nvPr>
            <p:ph sz="half" idx="2"/>
          </p:nvPr>
        </p:nvPicPr>
        <p:blipFill>
          <a:blip r:embed="rId2"/>
          <a:stretch>
            <a:fillRect/>
          </a:stretch>
        </p:blipFill>
        <p:spPr>
          <a:xfrm>
            <a:off x="6218238" y="2209344"/>
            <a:ext cx="5351462" cy="2871112"/>
          </a:xfrm>
          <a:prstGeom prst="rect">
            <a:avLst/>
          </a:prstGeom>
        </p:spPr>
      </p:pic>
    </p:spTree>
    <p:extLst>
      <p:ext uri="{BB962C8B-B14F-4D97-AF65-F5344CB8AC3E}">
        <p14:creationId xmlns:p14="http://schemas.microsoft.com/office/powerpoint/2010/main" val="313731860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B986E0-3085-8EBD-6B38-326AED247A69}"/>
              </a:ext>
            </a:extLst>
          </p:cNvPr>
          <p:cNvSpPr>
            <a:spLocks noGrp="1"/>
          </p:cNvSpPr>
          <p:nvPr>
            <p:ph idx="1"/>
          </p:nvPr>
        </p:nvSpPr>
        <p:spPr/>
        <p:txBody>
          <a:bodyPr>
            <a:normAutofit/>
          </a:bodyPr>
          <a:lstStyle/>
          <a:p>
            <a:r>
              <a:rPr lang="en-US" dirty="0"/>
              <a:t>Purpose</a:t>
            </a:r>
            <a:endParaRPr lang="en-AT" dirty="0"/>
          </a:p>
          <a:p>
            <a:pPr lvl="1"/>
            <a:r>
              <a:rPr lang="en-US" dirty="0"/>
              <a:t>Classify and protect data based on sensitivity (e.g., Confidential, Internal, Public).</a:t>
            </a:r>
            <a:endParaRPr lang="en-AT" dirty="0"/>
          </a:p>
          <a:p>
            <a:r>
              <a:rPr lang="en-US" dirty="0"/>
              <a:t>Scope</a:t>
            </a:r>
            <a:endParaRPr lang="en-AT" dirty="0"/>
          </a:p>
          <a:p>
            <a:pPr lvl="1"/>
            <a:r>
              <a:rPr lang="en-US" dirty="0"/>
              <a:t>Applies to files, emails, and containers (SharePoint sites, Teams, Groups).</a:t>
            </a:r>
            <a:endParaRPr lang="en-AT" dirty="0"/>
          </a:p>
          <a:p>
            <a:r>
              <a:rPr lang="en-US" dirty="0"/>
              <a:t>Protection Features</a:t>
            </a:r>
            <a:endParaRPr lang="en-AT" dirty="0"/>
          </a:p>
          <a:p>
            <a:pPr lvl="1"/>
            <a:r>
              <a:rPr lang="en-US" dirty="0"/>
              <a:t>Encryption: Restrict access to authorized users.</a:t>
            </a:r>
            <a:endParaRPr lang="en-AT" dirty="0"/>
          </a:p>
          <a:p>
            <a:pPr lvl="1"/>
            <a:r>
              <a:rPr lang="en-US" dirty="0"/>
              <a:t>Content Marking: Add headers, footers, or watermarks.</a:t>
            </a:r>
            <a:endParaRPr lang="en-AT" dirty="0"/>
          </a:p>
          <a:p>
            <a:pPr lvl="1"/>
            <a:r>
              <a:rPr lang="en-US" dirty="0"/>
              <a:t>Access Control: Define permissions and sharing rules.</a:t>
            </a:r>
            <a:endParaRPr lang="en-AT" dirty="0"/>
          </a:p>
          <a:p>
            <a:r>
              <a:rPr lang="en-US" dirty="0"/>
              <a:t>Integration</a:t>
            </a:r>
            <a:endParaRPr lang="en-AT" dirty="0"/>
          </a:p>
          <a:p>
            <a:pPr lvl="1"/>
            <a:r>
              <a:rPr lang="en-US" dirty="0"/>
              <a:t>Works across Microsoft 365 apps and services for consistent data protection.</a:t>
            </a:r>
            <a:endParaRPr lang="en-AT" dirty="0"/>
          </a:p>
          <a:p>
            <a:r>
              <a:rPr lang="en-US" dirty="0"/>
              <a:t>Policy Enforcement</a:t>
            </a:r>
            <a:endParaRPr lang="en-AT" dirty="0"/>
          </a:p>
          <a:p>
            <a:pPr lvl="1"/>
            <a:r>
              <a:rPr lang="en-US" dirty="0"/>
              <a:t>Labels can be auto-applied based on content or user actions.</a:t>
            </a:r>
            <a:endParaRPr lang="en-AT" dirty="0"/>
          </a:p>
        </p:txBody>
      </p:sp>
      <p:sp>
        <p:nvSpPr>
          <p:cNvPr id="2" name="Title 1">
            <a:extLst>
              <a:ext uri="{FF2B5EF4-FFF2-40B4-BE49-F238E27FC236}">
                <a16:creationId xmlns:a16="http://schemas.microsoft.com/office/drawing/2014/main" id="{2FFF598E-8257-D759-28B4-C8BDA26FF20D}"/>
              </a:ext>
            </a:extLst>
          </p:cNvPr>
          <p:cNvSpPr>
            <a:spLocks noGrp="1"/>
          </p:cNvSpPr>
          <p:nvPr>
            <p:ph type="title"/>
          </p:nvPr>
        </p:nvSpPr>
        <p:spPr/>
        <p:txBody>
          <a:bodyPr>
            <a:normAutofit/>
          </a:bodyPr>
          <a:lstStyle/>
          <a:p>
            <a:r>
              <a:rPr lang="en-US" dirty="0"/>
              <a:t>Purview Sensitivity Labels – Key Concepts</a:t>
            </a:r>
            <a:endParaRPr lang="en-AT" dirty="0"/>
          </a:p>
        </p:txBody>
      </p:sp>
    </p:spTree>
    <p:extLst>
      <p:ext uri="{BB962C8B-B14F-4D97-AF65-F5344CB8AC3E}">
        <p14:creationId xmlns:p14="http://schemas.microsoft.com/office/powerpoint/2010/main" val="108306084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362F60-B1B4-73A4-5FEC-D77DFA2B542F}"/>
              </a:ext>
            </a:extLst>
          </p:cNvPr>
          <p:cNvSpPr>
            <a:spLocks noGrp="1"/>
          </p:cNvSpPr>
          <p:nvPr>
            <p:ph type="title"/>
          </p:nvPr>
        </p:nvSpPr>
        <p:spPr/>
        <p:txBody>
          <a:bodyPr>
            <a:normAutofit fontScale="90000"/>
          </a:bodyPr>
          <a:lstStyle/>
          <a:p>
            <a:r>
              <a:rPr lang="en-AT" dirty="0"/>
              <a:t>Examples</a:t>
            </a:r>
          </a:p>
        </p:txBody>
      </p:sp>
      <p:sp>
        <p:nvSpPr>
          <p:cNvPr id="4" name="Content Placeholder 3">
            <a:extLst>
              <a:ext uri="{FF2B5EF4-FFF2-40B4-BE49-F238E27FC236}">
                <a16:creationId xmlns:a16="http://schemas.microsoft.com/office/drawing/2014/main" id="{9EEDBC96-296D-0573-0D18-AF5C673AD70D}"/>
              </a:ext>
            </a:extLst>
          </p:cNvPr>
          <p:cNvSpPr>
            <a:spLocks noGrp="1"/>
          </p:cNvSpPr>
          <p:nvPr>
            <p:ph sz="half" idx="1"/>
          </p:nvPr>
        </p:nvSpPr>
        <p:spPr/>
        <p:txBody>
          <a:bodyPr>
            <a:normAutofit fontScale="92500" lnSpcReduction="20000"/>
          </a:bodyPr>
          <a:lstStyle/>
          <a:p>
            <a:pPr>
              <a:lnSpc>
                <a:spcPct val="150000"/>
              </a:lnSpc>
            </a:pPr>
            <a:r>
              <a:rPr lang="en-US" dirty="0"/>
              <a:t>File/Email Protection</a:t>
            </a:r>
            <a:endParaRPr lang="en-AT" dirty="0"/>
          </a:p>
          <a:p>
            <a:pPr lvl="1">
              <a:lnSpc>
                <a:spcPct val="150000"/>
              </a:lnSpc>
            </a:pPr>
            <a:r>
              <a:rPr lang="en-US" dirty="0"/>
              <a:t>Scenario: Q2_Budget.xlsx labeled Confidential – Finance.</a:t>
            </a:r>
            <a:endParaRPr lang="en-AT" dirty="0"/>
          </a:p>
          <a:p>
            <a:pPr lvl="1">
              <a:lnSpc>
                <a:spcPct val="150000"/>
              </a:lnSpc>
            </a:pPr>
            <a:r>
              <a:rPr lang="en-US" dirty="0"/>
              <a:t>Policy: Azure RMS encryption; </a:t>
            </a:r>
            <a:endParaRPr lang="en-AT" dirty="0"/>
          </a:p>
          <a:p>
            <a:pPr lvl="2">
              <a:lnSpc>
                <a:spcPct val="150000"/>
              </a:lnSpc>
            </a:pPr>
            <a:r>
              <a:rPr lang="en-AT" dirty="0"/>
              <a:t>O</a:t>
            </a:r>
            <a:r>
              <a:rPr lang="en-US" dirty="0" err="1"/>
              <a:t>nly</a:t>
            </a:r>
            <a:r>
              <a:rPr lang="en-US" dirty="0"/>
              <a:t> AAD group Finance has Viewer/Editor; </a:t>
            </a:r>
            <a:endParaRPr lang="en-AT" dirty="0"/>
          </a:p>
          <a:p>
            <a:pPr lvl="2">
              <a:lnSpc>
                <a:spcPct val="150000"/>
              </a:lnSpc>
            </a:pPr>
            <a:r>
              <a:rPr lang="en-US" dirty="0"/>
              <a:t>headers/footers show “Confidential – Finance”; </a:t>
            </a:r>
            <a:endParaRPr lang="en-AT" dirty="0"/>
          </a:p>
          <a:p>
            <a:pPr lvl="2">
              <a:lnSpc>
                <a:spcPct val="150000"/>
              </a:lnSpc>
            </a:pPr>
            <a:r>
              <a:rPr lang="en-US" dirty="0"/>
              <a:t>offline access limited to 7 days; </a:t>
            </a:r>
            <a:endParaRPr lang="en-AT" dirty="0"/>
          </a:p>
          <a:p>
            <a:pPr lvl="2">
              <a:lnSpc>
                <a:spcPct val="150000"/>
              </a:lnSpc>
            </a:pPr>
            <a:r>
              <a:rPr lang="en-US" dirty="0"/>
              <a:t>downgrade requires justification.</a:t>
            </a:r>
            <a:endParaRPr lang="en-AT" dirty="0"/>
          </a:p>
          <a:p>
            <a:pPr lvl="1">
              <a:lnSpc>
                <a:spcPct val="150000"/>
              </a:lnSpc>
            </a:pPr>
            <a:r>
              <a:rPr lang="en-US" dirty="0"/>
              <a:t>Effect: </a:t>
            </a:r>
            <a:endParaRPr lang="en-AT" dirty="0"/>
          </a:p>
          <a:p>
            <a:pPr lvl="2">
              <a:lnSpc>
                <a:spcPct val="150000"/>
              </a:lnSpc>
            </a:pPr>
            <a:r>
              <a:rPr lang="en-US" dirty="0"/>
              <a:t>Only Finance can open; </a:t>
            </a:r>
            <a:endParaRPr lang="en-AT" dirty="0"/>
          </a:p>
          <a:p>
            <a:pPr lvl="2">
              <a:lnSpc>
                <a:spcPct val="150000"/>
              </a:lnSpc>
            </a:pPr>
            <a:r>
              <a:rPr lang="en-US" dirty="0"/>
              <a:t>external share attempts are blocked; </a:t>
            </a:r>
            <a:endParaRPr lang="en-AT" dirty="0"/>
          </a:p>
          <a:p>
            <a:pPr lvl="2">
              <a:lnSpc>
                <a:spcPct val="150000"/>
              </a:lnSpc>
            </a:pPr>
            <a:r>
              <a:rPr lang="en-US" dirty="0"/>
              <a:t>forwarding/export is restricted</a:t>
            </a:r>
            <a:endParaRPr lang="en-AT" dirty="0"/>
          </a:p>
        </p:txBody>
      </p:sp>
      <p:sp>
        <p:nvSpPr>
          <p:cNvPr id="5" name="Content Placeholder 4">
            <a:extLst>
              <a:ext uri="{FF2B5EF4-FFF2-40B4-BE49-F238E27FC236}">
                <a16:creationId xmlns:a16="http://schemas.microsoft.com/office/drawing/2014/main" id="{F0BD34DC-9C9B-E32E-9ABE-C08848B328AD}"/>
              </a:ext>
            </a:extLst>
          </p:cNvPr>
          <p:cNvSpPr>
            <a:spLocks noGrp="1"/>
          </p:cNvSpPr>
          <p:nvPr>
            <p:ph sz="half" idx="2"/>
          </p:nvPr>
        </p:nvSpPr>
        <p:spPr/>
        <p:txBody>
          <a:bodyPr>
            <a:normAutofit fontScale="92500" lnSpcReduction="20000"/>
          </a:bodyPr>
          <a:lstStyle/>
          <a:p>
            <a:pPr>
              <a:lnSpc>
                <a:spcPct val="160000"/>
              </a:lnSpc>
            </a:pPr>
            <a:r>
              <a:rPr lang="de-DE" dirty="0"/>
              <a:t>Auto-</a:t>
            </a:r>
            <a:r>
              <a:rPr lang="de-DE" dirty="0" err="1"/>
              <a:t>Labeling</a:t>
            </a:r>
            <a:r>
              <a:rPr lang="de-DE" dirty="0"/>
              <a:t> &amp; </a:t>
            </a:r>
            <a:r>
              <a:rPr lang="de-DE" dirty="0" err="1"/>
              <a:t>Recommendations</a:t>
            </a:r>
            <a:endParaRPr lang="en-AT" dirty="0"/>
          </a:p>
          <a:p>
            <a:pPr lvl="1">
              <a:lnSpc>
                <a:spcPct val="160000"/>
              </a:lnSpc>
            </a:pPr>
            <a:r>
              <a:rPr lang="en-US" dirty="0"/>
              <a:t>Scenario: Docs containing passport numbers or codename “Project Falcon”.</a:t>
            </a:r>
            <a:endParaRPr lang="en-AT" dirty="0"/>
          </a:p>
          <a:p>
            <a:pPr lvl="1">
              <a:lnSpc>
                <a:spcPct val="160000"/>
              </a:lnSpc>
            </a:pPr>
            <a:r>
              <a:rPr lang="en-US" dirty="0"/>
              <a:t>Policy: </a:t>
            </a:r>
            <a:endParaRPr lang="en-AT" dirty="0"/>
          </a:p>
          <a:p>
            <a:pPr lvl="2">
              <a:lnSpc>
                <a:spcPct val="160000"/>
              </a:lnSpc>
            </a:pPr>
            <a:r>
              <a:rPr lang="en-US" dirty="0"/>
              <a:t>Auto-label to Confidential – Project when sensitive info or keywords detected; </a:t>
            </a:r>
            <a:endParaRPr lang="en-AT" dirty="0"/>
          </a:p>
          <a:p>
            <a:pPr lvl="2">
              <a:lnSpc>
                <a:spcPct val="160000"/>
              </a:lnSpc>
            </a:pPr>
            <a:r>
              <a:rPr lang="en-AT" dirty="0"/>
              <a:t>U</a:t>
            </a:r>
            <a:r>
              <a:rPr lang="en-US" dirty="0" err="1"/>
              <a:t>sers</a:t>
            </a:r>
            <a:r>
              <a:rPr lang="en-US" dirty="0"/>
              <a:t> see a recommendation prompt in Office apps; </a:t>
            </a:r>
            <a:endParaRPr lang="en-AT" dirty="0"/>
          </a:p>
          <a:p>
            <a:pPr lvl="2">
              <a:lnSpc>
                <a:spcPct val="160000"/>
              </a:lnSpc>
            </a:pPr>
            <a:r>
              <a:rPr lang="en-AT" dirty="0"/>
              <a:t>S</a:t>
            </a:r>
            <a:r>
              <a:rPr lang="en-US" dirty="0" err="1"/>
              <a:t>ervice</a:t>
            </a:r>
            <a:r>
              <a:rPr lang="en-US" dirty="0"/>
              <a:t>-side auto-labeling in SharePoint/OneDrive applies protection at rest.</a:t>
            </a:r>
            <a:endParaRPr lang="en-AT" dirty="0"/>
          </a:p>
          <a:p>
            <a:pPr lvl="1">
              <a:lnSpc>
                <a:spcPct val="160000"/>
              </a:lnSpc>
            </a:pPr>
            <a:r>
              <a:rPr lang="en-US" dirty="0"/>
              <a:t>Effect: </a:t>
            </a:r>
            <a:endParaRPr lang="en-AT" dirty="0"/>
          </a:p>
          <a:p>
            <a:pPr lvl="2">
              <a:lnSpc>
                <a:spcPct val="160000"/>
              </a:lnSpc>
            </a:pPr>
            <a:r>
              <a:rPr lang="en-US" dirty="0"/>
              <a:t>Consistent labeling without user error; </a:t>
            </a:r>
            <a:endParaRPr lang="en-AT" dirty="0"/>
          </a:p>
          <a:p>
            <a:pPr lvl="2">
              <a:lnSpc>
                <a:spcPct val="160000"/>
              </a:lnSpc>
            </a:pPr>
            <a:r>
              <a:rPr lang="en-AT" dirty="0"/>
              <a:t>S</a:t>
            </a:r>
            <a:r>
              <a:rPr lang="en-US" dirty="0" err="1"/>
              <a:t>ensitive</a:t>
            </a:r>
            <a:r>
              <a:rPr lang="en-US" dirty="0"/>
              <a:t> data stays encrypted and marked.</a:t>
            </a:r>
            <a:endParaRPr lang="en-AT" dirty="0"/>
          </a:p>
        </p:txBody>
      </p:sp>
    </p:spTree>
    <p:extLst>
      <p:ext uri="{BB962C8B-B14F-4D97-AF65-F5344CB8AC3E}">
        <p14:creationId xmlns:p14="http://schemas.microsoft.com/office/powerpoint/2010/main" val="278355140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2D0183-E626-EA98-8375-8EB25F1DBF52}"/>
              </a:ext>
            </a:extLst>
          </p:cNvPr>
          <p:cNvSpPr>
            <a:spLocks noGrp="1"/>
          </p:cNvSpPr>
          <p:nvPr>
            <p:ph idx="1"/>
          </p:nvPr>
        </p:nvSpPr>
        <p:spPr/>
        <p:txBody>
          <a:bodyPr/>
          <a:lstStyle/>
          <a:p>
            <a:pPr>
              <a:lnSpc>
                <a:spcPct val="150000"/>
              </a:lnSpc>
            </a:pPr>
            <a:r>
              <a:rPr lang="en-US" dirty="0"/>
              <a:t>Data Awareness</a:t>
            </a:r>
            <a:endParaRPr lang="en-AT" dirty="0"/>
          </a:p>
          <a:p>
            <a:pPr lvl="1">
              <a:lnSpc>
                <a:spcPct val="150000"/>
              </a:lnSpc>
            </a:pPr>
            <a:r>
              <a:rPr lang="en-US" dirty="0"/>
              <a:t>Copilot respects sensitivity labels when accessing or generating content.</a:t>
            </a:r>
            <a:endParaRPr lang="en-AT" dirty="0"/>
          </a:p>
          <a:p>
            <a:pPr>
              <a:lnSpc>
                <a:spcPct val="150000"/>
              </a:lnSpc>
            </a:pPr>
            <a:r>
              <a:rPr lang="en-US" dirty="0"/>
              <a:t>Compliance by Design</a:t>
            </a:r>
            <a:endParaRPr lang="en-AT" dirty="0"/>
          </a:p>
          <a:p>
            <a:pPr lvl="1">
              <a:lnSpc>
                <a:spcPct val="150000"/>
              </a:lnSpc>
            </a:pPr>
            <a:r>
              <a:rPr lang="en-US" dirty="0"/>
              <a:t>Copilot will not expose or suggest protected data beyond allowed permissions.</a:t>
            </a:r>
            <a:endParaRPr lang="en-AT" dirty="0"/>
          </a:p>
          <a:p>
            <a:pPr>
              <a:lnSpc>
                <a:spcPct val="150000"/>
              </a:lnSpc>
            </a:pPr>
            <a:r>
              <a:rPr lang="en-US" dirty="0"/>
              <a:t>Contextual Responses</a:t>
            </a:r>
            <a:endParaRPr lang="en-AT" dirty="0"/>
          </a:p>
          <a:p>
            <a:pPr lvl="1">
              <a:lnSpc>
                <a:spcPct val="150000"/>
              </a:lnSpc>
            </a:pPr>
            <a:r>
              <a:rPr lang="en-US" dirty="0"/>
              <a:t>Uses labels to tailor answers without violating confidentiality.</a:t>
            </a:r>
            <a:endParaRPr lang="en-AT" dirty="0"/>
          </a:p>
          <a:p>
            <a:pPr>
              <a:lnSpc>
                <a:spcPct val="150000"/>
              </a:lnSpc>
            </a:pPr>
            <a:r>
              <a:rPr lang="en-US" dirty="0"/>
              <a:t>Secure Collaboration</a:t>
            </a:r>
            <a:endParaRPr lang="en-AT" dirty="0"/>
          </a:p>
          <a:p>
            <a:pPr lvl="1">
              <a:lnSpc>
                <a:spcPct val="150000"/>
              </a:lnSpc>
            </a:pPr>
            <a:r>
              <a:rPr lang="en-US" dirty="0"/>
              <a:t>Ensures AI-driven insights stay within organizational compliance boundaries.</a:t>
            </a:r>
            <a:endParaRPr lang="en-AT" dirty="0"/>
          </a:p>
        </p:txBody>
      </p:sp>
      <p:sp>
        <p:nvSpPr>
          <p:cNvPr id="3" name="Title 2">
            <a:extLst>
              <a:ext uri="{FF2B5EF4-FFF2-40B4-BE49-F238E27FC236}">
                <a16:creationId xmlns:a16="http://schemas.microsoft.com/office/drawing/2014/main" id="{2DB91F6B-525F-FD61-AAD7-30A8FF054EB2}"/>
              </a:ext>
            </a:extLst>
          </p:cNvPr>
          <p:cNvSpPr>
            <a:spLocks noGrp="1"/>
          </p:cNvSpPr>
          <p:nvPr>
            <p:ph type="title"/>
          </p:nvPr>
        </p:nvSpPr>
        <p:spPr/>
        <p:txBody>
          <a:bodyPr/>
          <a:lstStyle/>
          <a:p>
            <a:r>
              <a:rPr lang="de-DE" dirty="0" err="1"/>
              <a:t>Purview</a:t>
            </a:r>
            <a:r>
              <a:rPr lang="de-DE" dirty="0"/>
              <a:t> </a:t>
            </a:r>
            <a:r>
              <a:rPr lang="de-DE" dirty="0" err="1"/>
              <a:t>Sensitivity</a:t>
            </a:r>
            <a:r>
              <a:rPr lang="de-DE" dirty="0"/>
              <a:t> Labels &amp; Copilot</a:t>
            </a:r>
            <a:endParaRPr lang="en-AT" dirty="0"/>
          </a:p>
        </p:txBody>
      </p:sp>
    </p:spTree>
    <p:extLst>
      <p:ext uri="{BB962C8B-B14F-4D97-AF65-F5344CB8AC3E}">
        <p14:creationId xmlns:p14="http://schemas.microsoft.com/office/powerpoint/2010/main" val="270595629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B9E81F-4779-B23A-317F-54B3EF5FFB6D}"/>
              </a:ext>
            </a:extLst>
          </p:cNvPr>
          <p:cNvSpPr>
            <a:spLocks noGrp="1"/>
          </p:cNvSpPr>
          <p:nvPr>
            <p:ph type="title"/>
          </p:nvPr>
        </p:nvSpPr>
        <p:spPr/>
        <p:txBody>
          <a:bodyPr>
            <a:normAutofit fontScale="90000"/>
          </a:bodyPr>
          <a:lstStyle/>
          <a:p>
            <a:r>
              <a:rPr lang="en-AT" dirty="0"/>
              <a:t>Copilot Examples</a:t>
            </a:r>
          </a:p>
        </p:txBody>
      </p:sp>
      <p:sp>
        <p:nvSpPr>
          <p:cNvPr id="4" name="Content Placeholder 3">
            <a:extLst>
              <a:ext uri="{FF2B5EF4-FFF2-40B4-BE49-F238E27FC236}">
                <a16:creationId xmlns:a16="http://schemas.microsoft.com/office/drawing/2014/main" id="{14CBCE27-9428-8910-9BDA-2C1A7E5AD3CB}"/>
              </a:ext>
            </a:extLst>
          </p:cNvPr>
          <p:cNvSpPr>
            <a:spLocks noGrp="1"/>
          </p:cNvSpPr>
          <p:nvPr>
            <p:ph sz="half" idx="1"/>
          </p:nvPr>
        </p:nvSpPr>
        <p:spPr/>
        <p:txBody>
          <a:bodyPr/>
          <a:lstStyle/>
          <a:p>
            <a:pPr>
              <a:lnSpc>
                <a:spcPct val="150000"/>
              </a:lnSpc>
            </a:pPr>
            <a:r>
              <a:rPr lang="en-US" dirty="0"/>
              <a:t>Summarizing Labeled Files</a:t>
            </a:r>
            <a:endParaRPr lang="en-AT" dirty="0"/>
          </a:p>
          <a:p>
            <a:pPr lvl="1">
              <a:lnSpc>
                <a:spcPct val="150000"/>
              </a:lnSpc>
            </a:pPr>
            <a:r>
              <a:rPr lang="en-US" dirty="0"/>
              <a:t>Scenario: User asks Copilot, “Summarize Q2_Budget.xlsx.” </a:t>
            </a:r>
            <a:endParaRPr lang="en-AT" dirty="0"/>
          </a:p>
          <a:p>
            <a:pPr lvl="1">
              <a:lnSpc>
                <a:spcPct val="150000"/>
              </a:lnSpc>
            </a:pPr>
            <a:r>
              <a:rPr lang="en-US" dirty="0"/>
              <a:t>File is Confidential – Finance.</a:t>
            </a:r>
            <a:endParaRPr lang="en-AT" dirty="0"/>
          </a:p>
          <a:p>
            <a:pPr lvl="1">
              <a:lnSpc>
                <a:spcPct val="150000"/>
              </a:lnSpc>
            </a:pPr>
            <a:r>
              <a:rPr lang="en-US" dirty="0"/>
              <a:t>Effect (Authorized user): </a:t>
            </a:r>
            <a:endParaRPr lang="en-AT" dirty="0"/>
          </a:p>
          <a:p>
            <a:pPr lvl="2">
              <a:lnSpc>
                <a:spcPct val="150000"/>
              </a:lnSpc>
            </a:pPr>
            <a:r>
              <a:rPr lang="en-US" dirty="0"/>
              <a:t>Copilot reads and summarizes; does not remove encryption—it simply returns insights the user is already permitted to see.</a:t>
            </a:r>
            <a:endParaRPr lang="en-AT" dirty="0"/>
          </a:p>
          <a:p>
            <a:pPr lvl="1">
              <a:lnSpc>
                <a:spcPct val="150000"/>
              </a:lnSpc>
            </a:pPr>
            <a:r>
              <a:rPr lang="en-US" dirty="0"/>
              <a:t>Effect (Unauthorized user): </a:t>
            </a:r>
            <a:endParaRPr lang="en-AT" dirty="0"/>
          </a:p>
          <a:p>
            <a:pPr lvl="2">
              <a:lnSpc>
                <a:spcPct val="150000"/>
              </a:lnSpc>
            </a:pPr>
            <a:r>
              <a:rPr lang="en-US" dirty="0"/>
              <a:t>Copilot responds that it can’t access the file; no content, snippets, or metadata leakage.</a:t>
            </a:r>
            <a:endParaRPr lang="en-AT" dirty="0"/>
          </a:p>
        </p:txBody>
      </p:sp>
      <p:sp>
        <p:nvSpPr>
          <p:cNvPr id="5" name="Content Placeholder 4">
            <a:extLst>
              <a:ext uri="{FF2B5EF4-FFF2-40B4-BE49-F238E27FC236}">
                <a16:creationId xmlns:a16="http://schemas.microsoft.com/office/drawing/2014/main" id="{FE54B11D-1706-43DB-FD46-22FF2B36A574}"/>
              </a:ext>
            </a:extLst>
          </p:cNvPr>
          <p:cNvSpPr>
            <a:spLocks noGrp="1"/>
          </p:cNvSpPr>
          <p:nvPr>
            <p:ph sz="half" idx="2"/>
          </p:nvPr>
        </p:nvSpPr>
        <p:spPr/>
        <p:txBody>
          <a:bodyPr/>
          <a:lstStyle/>
          <a:p>
            <a:pPr>
              <a:lnSpc>
                <a:spcPct val="150000"/>
              </a:lnSpc>
            </a:pPr>
            <a:r>
              <a:rPr lang="en-US" dirty="0"/>
              <a:t>Email Label Inheritance &amp; “Do Not Forward”</a:t>
            </a:r>
            <a:endParaRPr lang="en-AT" dirty="0"/>
          </a:p>
          <a:p>
            <a:pPr lvl="1">
              <a:lnSpc>
                <a:spcPct val="150000"/>
              </a:lnSpc>
            </a:pPr>
            <a:r>
              <a:rPr lang="en-US" dirty="0"/>
              <a:t>Scenario: Replying with Copilot to a thread labeled Confidential – Legal.</a:t>
            </a:r>
            <a:endParaRPr lang="en-AT" dirty="0"/>
          </a:p>
          <a:p>
            <a:pPr lvl="1">
              <a:lnSpc>
                <a:spcPct val="150000"/>
              </a:lnSpc>
            </a:pPr>
            <a:r>
              <a:rPr lang="en-US" dirty="0"/>
              <a:t>Effect: </a:t>
            </a:r>
            <a:endParaRPr lang="en-AT" dirty="0"/>
          </a:p>
          <a:p>
            <a:pPr lvl="2">
              <a:lnSpc>
                <a:spcPct val="150000"/>
              </a:lnSpc>
            </a:pPr>
            <a:r>
              <a:rPr lang="en-US" dirty="0"/>
              <a:t>The reply inherits the label; </a:t>
            </a:r>
            <a:endParaRPr lang="en-AT" dirty="0"/>
          </a:p>
          <a:p>
            <a:pPr lvl="2">
              <a:lnSpc>
                <a:spcPct val="150000"/>
              </a:lnSpc>
            </a:pPr>
            <a:r>
              <a:rPr lang="en-US" dirty="0"/>
              <a:t>Do Not Forward is enforced; if the user tries to downgrade (e.g., to Internal), </a:t>
            </a:r>
            <a:endParaRPr lang="en-AT" dirty="0"/>
          </a:p>
          <a:p>
            <a:pPr lvl="2">
              <a:lnSpc>
                <a:spcPct val="150000"/>
              </a:lnSpc>
            </a:pPr>
            <a:r>
              <a:rPr lang="en-US" dirty="0"/>
              <a:t>Outlook prompts for justification</a:t>
            </a:r>
            <a:endParaRPr lang="en-AT" dirty="0"/>
          </a:p>
          <a:p>
            <a:pPr lvl="2">
              <a:lnSpc>
                <a:spcPct val="150000"/>
              </a:lnSpc>
            </a:pPr>
            <a:r>
              <a:rPr lang="en-US" dirty="0"/>
              <a:t>Copilot’s drafted content stays within the applied protection.</a:t>
            </a:r>
            <a:endParaRPr lang="en-AT" dirty="0"/>
          </a:p>
        </p:txBody>
      </p:sp>
    </p:spTree>
    <p:extLst>
      <p:ext uri="{BB962C8B-B14F-4D97-AF65-F5344CB8AC3E}">
        <p14:creationId xmlns:p14="http://schemas.microsoft.com/office/powerpoint/2010/main" val="74529845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2CAFE-DEBA-3809-E981-791F6356F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A7231-039E-111B-5320-A499C2A20D45}"/>
              </a:ext>
            </a:extLst>
          </p:cNvPr>
          <p:cNvSpPr>
            <a:spLocks noGrp="1"/>
          </p:cNvSpPr>
          <p:nvPr>
            <p:ph type="title"/>
          </p:nvPr>
        </p:nvSpPr>
        <p:spPr>
          <a:xfrm>
            <a:off x="681162" y="759826"/>
            <a:ext cx="10829676" cy="3443537"/>
          </a:xfrm>
        </p:spPr>
        <p:txBody>
          <a:bodyPr>
            <a:normAutofit/>
          </a:bodyPr>
          <a:lstStyle/>
          <a:p>
            <a:r>
              <a:rPr lang="en-AT" dirty="0"/>
              <a:t>Agent Sprawling</a:t>
            </a:r>
            <a:endParaRPr lang="en-US" dirty="0"/>
          </a:p>
        </p:txBody>
      </p:sp>
      <p:sp>
        <p:nvSpPr>
          <p:cNvPr id="3" name="Text Placeholder 2">
            <a:extLst>
              <a:ext uri="{FF2B5EF4-FFF2-40B4-BE49-F238E27FC236}">
                <a16:creationId xmlns:a16="http://schemas.microsoft.com/office/drawing/2014/main" id="{AA93AD63-66DF-DA05-3895-57066D06C7B6}"/>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01876359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6ACC3-E2EC-AA2C-CE76-758A060D64AF}"/>
              </a:ext>
            </a:extLst>
          </p:cNvPr>
          <p:cNvSpPr>
            <a:spLocks noGrp="1"/>
          </p:cNvSpPr>
          <p:nvPr>
            <p:ph type="title"/>
          </p:nvPr>
        </p:nvSpPr>
        <p:spPr/>
        <p:txBody>
          <a:bodyPr wrap="square" anchor="t">
            <a:normAutofit fontScale="90000"/>
          </a:bodyPr>
          <a:lstStyle/>
          <a:p>
            <a:r>
              <a:rPr lang="en-US" dirty="0"/>
              <a:t>A</a:t>
            </a:r>
            <a:r>
              <a:rPr lang="en-AT" dirty="0"/>
              <a:t>gent </a:t>
            </a:r>
            <a:r>
              <a:rPr lang="en-US" dirty="0"/>
              <a:t>S</a:t>
            </a:r>
            <a:r>
              <a:rPr lang="en-AT" dirty="0" err="1"/>
              <a:t>prawl</a:t>
            </a:r>
            <a:r>
              <a:rPr lang="en-AT" dirty="0"/>
              <a:t> in Organizations</a:t>
            </a:r>
          </a:p>
        </p:txBody>
      </p:sp>
      <p:pic>
        <p:nvPicPr>
          <p:cNvPr id="6" name="Content Placeholder 5"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29ABCA46-47DF-4690-92A9-4D8A60633B71}"/>
              </a:ext>
            </a:extLst>
          </p:cNvPr>
          <p:cNvPicPr>
            <a:picLocks noGrp="1" noChangeAspect="1"/>
          </p:cNvPicPr>
          <p:nvPr>
            <p:ph sz="half" idx="1"/>
          </p:nvPr>
        </p:nvPicPr>
        <p:blipFill>
          <a:blip r:embed="rId3"/>
          <a:stretch>
            <a:fillRect/>
          </a:stretch>
        </p:blipFill>
        <p:spPr>
          <a:xfrm>
            <a:off x="534107" y="1896659"/>
            <a:ext cx="5260492" cy="3506138"/>
          </a:xfrm>
          <a:noFill/>
        </p:spPr>
      </p:pic>
      <p:sp>
        <p:nvSpPr>
          <p:cNvPr id="5" name="Content Placeholder 4">
            <a:extLst>
              <a:ext uri="{FF2B5EF4-FFF2-40B4-BE49-F238E27FC236}">
                <a16:creationId xmlns:a16="http://schemas.microsoft.com/office/drawing/2014/main" id="{38CAE75E-2E2C-B118-474C-4173C2F4243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50000"/>
              </a:lnSpc>
              <a:spcBef>
                <a:spcPts val="2500"/>
              </a:spcBef>
              <a:buNone/>
            </a:pPr>
            <a:r>
              <a:rPr lang="en-US" sz="1400" b="1" dirty="0"/>
              <a:t>Agent Sprawl Definition</a:t>
            </a:r>
          </a:p>
          <a:p>
            <a:pPr marL="0" lvl="1" indent="0">
              <a:lnSpc>
                <a:spcPct val="150000"/>
              </a:lnSpc>
              <a:buNone/>
            </a:pPr>
            <a:r>
              <a:rPr lang="en-US" dirty="0"/>
              <a:t>Agent sprawl occurs when AI and software agents proliferate uncontrollably across an organization.</a:t>
            </a:r>
          </a:p>
          <a:p>
            <a:pPr marL="0" indent="0">
              <a:lnSpc>
                <a:spcPct val="150000"/>
              </a:lnSpc>
              <a:spcBef>
                <a:spcPts val="2500"/>
              </a:spcBef>
              <a:buNone/>
            </a:pPr>
            <a:r>
              <a:rPr lang="en-US" sz="1400" b="1" dirty="0"/>
              <a:t>Risks of Agent Sprawl</a:t>
            </a:r>
          </a:p>
          <a:p>
            <a:pPr marL="0" lvl="1" indent="0">
              <a:lnSpc>
                <a:spcPct val="150000"/>
              </a:lnSpc>
              <a:buNone/>
            </a:pPr>
            <a:r>
              <a:rPr lang="en-US" dirty="0"/>
              <a:t>Duplicate functionalities and inconsistent controls increase security and compliance risks in organizations.</a:t>
            </a:r>
          </a:p>
          <a:p>
            <a:pPr marL="0" indent="0">
              <a:lnSpc>
                <a:spcPct val="150000"/>
              </a:lnSpc>
              <a:spcBef>
                <a:spcPts val="2500"/>
              </a:spcBef>
              <a:buNone/>
            </a:pPr>
            <a:r>
              <a:rPr lang="en-US" sz="1400" b="1" dirty="0"/>
              <a:t>Best Practices Overview</a:t>
            </a:r>
          </a:p>
          <a:p>
            <a:pPr marL="0" lvl="1" indent="0">
              <a:lnSpc>
                <a:spcPct val="150000"/>
              </a:lnSpc>
              <a:buNone/>
            </a:pPr>
            <a:r>
              <a:rPr lang="en-US" dirty="0"/>
              <a:t>Implement best practices to control agent sprawl when using low-code and pro-code agents in Microsoft 365.</a:t>
            </a:r>
          </a:p>
        </p:txBody>
      </p:sp>
    </p:spTree>
    <p:extLst>
      <p:ext uri="{BB962C8B-B14F-4D97-AF65-F5344CB8AC3E}">
        <p14:creationId xmlns:p14="http://schemas.microsoft.com/office/powerpoint/2010/main" val="394005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A80F5D1-7E3A-E6CD-89F5-500D1CA432F0}"/>
              </a:ext>
            </a:extLst>
          </p:cNvPr>
          <p:cNvSpPr>
            <a:spLocks noGrp="1"/>
          </p:cNvSpPr>
          <p:nvPr>
            <p:ph idx="1"/>
          </p:nvPr>
        </p:nvSpPr>
        <p:spPr/>
        <p:txBody>
          <a:bodyPr/>
          <a:lstStyle/>
          <a:p>
            <a:pPr>
              <a:lnSpc>
                <a:spcPct val="150000"/>
              </a:lnSpc>
            </a:pPr>
            <a:r>
              <a:rPr lang="en-US" b="1" dirty="0"/>
              <a:t>Use Microsoft Purview and Defender Integration</a:t>
            </a:r>
          </a:p>
          <a:p>
            <a:pPr lvl="1">
              <a:lnSpc>
                <a:spcPct val="150000"/>
              </a:lnSpc>
            </a:pPr>
            <a:r>
              <a:rPr lang="en-US" dirty="0"/>
              <a:t>These tools help monitor data access, prevent oversharing, and detect vulnerabilities in agents throughout their lifecycle</a:t>
            </a:r>
            <a:endParaRPr lang="en-US" b="1" dirty="0"/>
          </a:p>
          <a:p>
            <a:pPr>
              <a:lnSpc>
                <a:spcPct val="150000"/>
              </a:lnSpc>
            </a:pPr>
            <a:r>
              <a:rPr lang="de-DE" b="1" dirty="0" err="1"/>
              <a:t>Establish</a:t>
            </a:r>
            <a:r>
              <a:rPr lang="de-DE" b="1" dirty="0"/>
              <a:t> Clear </a:t>
            </a:r>
            <a:r>
              <a:rPr lang="de-DE" b="1" dirty="0" err="1"/>
              <a:t>Governance</a:t>
            </a:r>
            <a:r>
              <a:rPr lang="de-DE" b="1" dirty="0"/>
              <a:t> </a:t>
            </a:r>
            <a:r>
              <a:rPr lang="de-DE" b="1" dirty="0" err="1"/>
              <a:t>Policies</a:t>
            </a:r>
            <a:endParaRPr lang="de-DE" b="1" dirty="0"/>
          </a:p>
          <a:p>
            <a:pPr lvl="1">
              <a:lnSpc>
                <a:spcPct val="150000"/>
              </a:lnSpc>
            </a:pPr>
            <a:r>
              <a:rPr lang="en-US" dirty="0"/>
              <a:t>Define who can create, share, and manage agents.</a:t>
            </a:r>
          </a:p>
          <a:p>
            <a:pPr>
              <a:lnSpc>
                <a:spcPct val="150000"/>
              </a:lnSpc>
            </a:pPr>
            <a:r>
              <a:rPr lang="en-US" b="1" dirty="0"/>
              <a:t>Monitor and Audit Agent Activity</a:t>
            </a:r>
          </a:p>
          <a:p>
            <a:pPr lvl="1">
              <a:lnSpc>
                <a:spcPct val="150000"/>
              </a:lnSpc>
            </a:pPr>
            <a:r>
              <a:rPr lang="en-US" dirty="0"/>
              <a:t>Regularly audit agent usage, performance, and data access patterns</a:t>
            </a:r>
          </a:p>
          <a:p>
            <a:pPr>
              <a:lnSpc>
                <a:spcPct val="150000"/>
              </a:lnSpc>
            </a:pPr>
            <a:r>
              <a:rPr lang="de-DE" b="1" dirty="0"/>
              <a:t>Lifecycle Management</a:t>
            </a:r>
          </a:p>
          <a:p>
            <a:pPr lvl="1">
              <a:lnSpc>
                <a:spcPct val="150000"/>
              </a:lnSpc>
            </a:pPr>
            <a:r>
              <a:rPr lang="en-US" dirty="0"/>
              <a:t>Implement processes for retiring outdated agents, consolidating similar ones, and maintaining documentation</a:t>
            </a:r>
            <a:endParaRPr lang="de-DE" dirty="0"/>
          </a:p>
          <a:p>
            <a:endParaRPr lang="en-AT" dirty="0"/>
          </a:p>
        </p:txBody>
      </p:sp>
      <p:sp>
        <p:nvSpPr>
          <p:cNvPr id="6" name="Title 5">
            <a:extLst>
              <a:ext uri="{FF2B5EF4-FFF2-40B4-BE49-F238E27FC236}">
                <a16:creationId xmlns:a16="http://schemas.microsoft.com/office/drawing/2014/main" id="{CDCA151E-7E29-088A-69C7-09D85BB3F9BD}"/>
              </a:ext>
            </a:extLst>
          </p:cNvPr>
          <p:cNvSpPr>
            <a:spLocks noGrp="1"/>
          </p:cNvSpPr>
          <p:nvPr>
            <p:ph type="title"/>
          </p:nvPr>
        </p:nvSpPr>
        <p:spPr/>
        <p:txBody>
          <a:bodyPr>
            <a:normAutofit/>
          </a:bodyPr>
          <a:lstStyle/>
          <a:p>
            <a:r>
              <a:rPr lang="en-US" dirty="0"/>
              <a:t>Measure against Agent Sprawl</a:t>
            </a:r>
            <a:endParaRPr lang="en-AT" dirty="0"/>
          </a:p>
        </p:txBody>
      </p:sp>
    </p:spTree>
    <p:extLst>
      <p:ext uri="{BB962C8B-B14F-4D97-AF65-F5344CB8AC3E}">
        <p14:creationId xmlns:p14="http://schemas.microsoft.com/office/powerpoint/2010/main" val="1483594031"/>
      </p:ext>
    </p:extLst>
  </p:cSld>
  <p:clrMapOvr>
    <a:masterClrMapping/>
  </p:clrMapOvr>
</p:sld>
</file>

<file path=ppt/tags/tag2.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Retrospect">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05 Security &amp; Routing using NgRx.pptx" id="{62AF79E2-E65B-415E-BAC5-F60187208829}" vid="{215D36A1-9DFD-4318-8953-750E804E8F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AC51C45C11C7E4294F4C9BB3333D9AB" ma:contentTypeVersion="18" ma:contentTypeDescription="Create a new document." ma:contentTypeScope="" ma:versionID="25bc8aedd4aab002ab273245515cfcfc">
  <xsd:schema xmlns:xsd="http://www.w3.org/2001/XMLSchema" xmlns:xs="http://www.w3.org/2001/XMLSchema" xmlns:p="http://schemas.microsoft.com/office/2006/metadata/properties" xmlns:ns2="204e5094-9ead-4a7d-8770-05c20b3975be" xmlns:ns3="bb8fcec4-a3c8-4d93-9d87-c6ea12a40782" targetNamespace="http://schemas.microsoft.com/office/2006/metadata/properties" ma:root="true" ma:fieldsID="573ddbdc0d56649afef0706894f166f8" ns2:_="" ns3:_="">
    <xsd:import namespace="204e5094-9ead-4a7d-8770-05c20b3975be"/>
    <xsd:import namespace="bb8fcec4-a3c8-4d93-9d87-c6ea12a4078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LengthInSeconds" minOccurs="0"/>
                <xsd:element ref="ns2:MediaServiceAutoKeyPoints" minOccurs="0"/>
                <xsd:element ref="ns2:MediaServiceKeyPoints"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4e5094-9ead-4a7d-8770-05c20b397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c51c002-c697-4bf5-bf7c-d49b506beff7"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b8fcec4-a3c8-4d93-9d87-c6ea12a4078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02a58990-7cc0-42a4-8ec9-d9524050d808}" ma:internalName="TaxCatchAll" ma:showField="CatchAllData" ma:web="bb8fcec4-a3c8-4d93-9d87-c6ea12a407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04e5094-9ead-4a7d-8770-05c20b3975be">
      <Terms xmlns="http://schemas.microsoft.com/office/infopath/2007/PartnerControls"/>
    </lcf76f155ced4ddcb4097134ff3c332f>
    <TaxCatchAll xmlns="bb8fcec4-a3c8-4d93-9d87-c6ea12a40782" xsi:nil="true"/>
  </documentManagement>
</p:properties>
</file>

<file path=customXml/itemProps1.xml><?xml version="1.0" encoding="utf-8"?>
<ds:datastoreItem xmlns:ds="http://schemas.openxmlformats.org/officeDocument/2006/customXml" ds:itemID="{98E28DA6-D14C-4425-8F36-97CF61A67EDE}">
  <ds:schemaRefs>
    <ds:schemaRef ds:uri="http://schemas.microsoft.com/sharepoint/v3/contenttype/forms"/>
  </ds:schemaRefs>
</ds:datastoreItem>
</file>

<file path=customXml/itemProps2.xml><?xml version="1.0" encoding="utf-8"?>
<ds:datastoreItem xmlns:ds="http://schemas.openxmlformats.org/officeDocument/2006/customXml" ds:itemID="{7C855E95-8BDD-4EC5-8561-43B9F0841FE8}">
  <ds:schemaRefs>
    <ds:schemaRef ds:uri="http://schemas.microsoft.com/office/2006/metadata/contentType"/>
    <ds:schemaRef ds:uri="http://schemas.microsoft.com/office/2006/metadata/properties/metaAttributes"/>
    <ds:schemaRef ds:uri="http://www.w3.org/2000/xmlns/"/>
    <ds:schemaRef ds:uri="http://www.w3.org/2001/XMLSchema"/>
    <ds:schemaRef ds:uri="204e5094-9ead-4a7d-8770-05c20b3975be"/>
    <ds:schemaRef ds:uri="bb8fcec4-a3c8-4d93-9d87-c6ea12a4078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705D34-7574-4D6F-977A-71A23F7BFAD9}">
  <ds:schemaRefs>
    <ds:schemaRef ds:uri="http://schemas.openxmlformats.org/package/2006/metadata/core-properties"/>
    <ds:schemaRef ds:uri="http://schemas.microsoft.com/office/2006/metadata/properties"/>
    <ds:schemaRef ds:uri="http://purl.org/dc/elements/1.1/"/>
    <ds:schemaRef ds:uri="http://www.w3.org/XML/1998/namespace"/>
    <ds:schemaRef ds:uri="http://schemas.microsoft.com/office/2006/documentManagement/types"/>
    <ds:schemaRef ds:uri="http://purl.org/dc/terms/"/>
    <ds:schemaRef ds:uri="http://schemas.microsoft.com/office/infopath/2007/PartnerControls"/>
    <ds:schemaRef ds:uri="bb8fcec4-a3c8-4d93-9d87-c6ea12a40782"/>
    <ds:schemaRef ds:uri="204e5094-9ead-4a7d-8770-05c20b3975b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Integrations</Template>
  <TotalTime>5579</TotalTime>
  <Words>10543</Words>
  <Application>Microsoft Office PowerPoint</Application>
  <PresentationFormat>Widescreen</PresentationFormat>
  <Paragraphs>1153</Paragraphs>
  <Slides>162</Slides>
  <Notes>56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162</vt:i4>
      </vt:variant>
    </vt:vector>
  </HeadingPairs>
  <TitlesOfParts>
    <vt:vector size="175" baseType="lpstr">
      <vt:lpstr>Aptos</vt:lpstr>
      <vt:lpstr>Aptos Display</vt:lpstr>
      <vt:lpstr>Arial</vt:lpstr>
      <vt:lpstr>Calibri</vt:lpstr>
      <vt:lpstr>Calibri Light</vt:lpstr>
      <vt:lpstr>IBM Plex Sans</vt:lpstr>
      <vt:lpstr>Segoe Sans Display Semibold</vt:lpstr>
      <vt:lpstr>Segoe UI</vt:lpstr>
      <vt:lpstr>Segoe UI Light</vt:lpstr>
      <vt:lpstr>Segoe UI Semibold</vt:lpstr>
      <vt:lpstr>Wingdings</vt:lpstr>
      <vt:lpstr>Retrospect</vt:lpstr>
      <vt:lpstr>Custom Design</vt:lpstr>
      <vt:lpstr> Low-Code Agents using Microsoft Copilot Studio</vt:lpstr>
      <vt:lpstr>Agenda</vt:lpstr>
      <vt:lpstr>Copilot Studio Basics</vt:lpstr>
      <vt:lpstr>Copilot Studio Basics - Agenda</vt:lpstr>
      <vt:lpstr>Copilot Studio</vt:lpstr>
      <vt:lpstr> Copilot Studio</vt:lpstr>
      <vt:lpstr>Copilot Studio Agents</vt:lpstr>
      <vt:lpstr>Build the way you want</vt:lpstr>
      <vt:lpstr>Agents for every industry and department</vt:lpstr>
      <vt:lpstr>Key Agent Components</vt:lpstr>
      <vt:lpstr>Instructions are key to success</vt:lpstr>
      <vt:lpstr>Power Platform Admin Center &amp; Architecture</vt:lpstr>
      <vt:lpstr>Microsoft Power Platform</vt:lpstr>
      <vt:lpstr>Dataverse</vt:lpstr>
      <vt:lpstr>Dataverse Data Storage in Azure</vt:lpstr>
      <vt:lpstr>Creating &amp; Configuring Agents</vt:lpstr>
      <vt:lpstr>Declarative Agents for Microsoft 365 Copilot</vt:lpstr>
      <vt:lpstr>Core Characteristics of Declarative Agents</vt:lpstr>
      <vt:lpstr>Create an Agents</vt:lpstr>
      <vt:lpstr>Creating an agent from a template</vt:lpstr>
      <vt:lpstr>Copilot Studio User Interface</vt:lpstr>
      <vt:lpstr>Types of Orchestration</vt:lpstr>
      <vt:lpstr>Starter Prompts in Copilot Studio</vt:lpstr>
      <vt:lpstr>Knowledge</vt:lpstr>
      <vt:lpstr>Tools in Copilot Studio</vt:lpstr>
      <vt:lpstr>Tool Scenarios</vt:lpstr>
      <vt:lpstr>Prompt Tools in Copilot Studio</vt:lpstr>
      <vt:lpstr>Topics, Variables, Entities &amp; Conversation Design</vt:lpstr>
      <vt:lpstr>Elements of a Conversation</vt:lpstr>
      <vt:lpstr>What Are Topics and Their Role in Generative AI</vt:lpstr>
      <vt:lpstr>Disambiguation with Topic Design</vt:lpstr>
      <vt:lpstr>Conversation Flow Diagram</vt:lpstr>
      <vt:lpstr>Conversation Nodes</vt:lpstr>
      <vt:lpstr>Copilot Studio Conversation Features</vt:lpstr>
      <vt:lpstr>Types and Uses of Variables</vt:lpstr>
      <vt:lpstr>Variable base types</vt:lpstr>
      <vt:lpstr>Optimizing Topics and Variables</vt:lpstr>
      <vt:lpstr>Entities</vt:lpstr>
      <vt:lpstr>Entity Synonyms</vt:lpstr>
      <vt:lpstr>Branching using Conditions</vt:lpstr>
      <vt:lpstr>Using Power Fx</vt:lpstr>
      <vt:lpstr>Power Fx: Definition and Purpose</vt:lpstr>
      <vt:lpstr>Business Benefits and Use Cases of Power Fx</vt:lpstr>
      <vt:lpstr>Fundamental Concepts and Formulas in Power Fx</vt:lpstr>
      <vt:lpstr>Getting Started: Prerequisites and Initial Steps with Power Fx</vt:lpstr>
      <vt:lpstr>Adaptive Cards</vt:lpstr>
      <vt:lpstr>What Are Adaptive Cards?</vt:lpstr>
      <vt:lpstr>Adaptive Cards in Copilot Studio</vt:lpstr>
      <vt:lpstr>How to Implement</vt:lpstr>
      <vt:lpstr>Testing Agents &amp; Publish to Channels</vt:lpstr>
      <vt:lpstr>Testing agents</vt:lpstr>
      <vt:lpstr>Channels</vt:lpstr>
      <vt:lpstr>Publish to Teams and Copilot Chat</vt:lpstr>
      <vt:lpstr>Copilot Studio Visual Studio Code Extension</vt:lpstr>
      <vt:lpstr>Extending Agents Tools</vt:lpstr>
      <vt:lpstr>Extending Agents Tools - Agenda</vt:lpstr>
      <vt:lpstr>Agent Tools Overview</vt:lpstr>
      <vt:lpstr>Agent Tools</vt:lpstr>
      <vt:lpstr>Prompt Actions</vt:lpstr>
      <vt:lpstr>What are prompt actions</vt:lpstr>
      <vt:lpstr>Prompt scenarios</vt:lpstr>
      <vt:lpstr>Prompt Engineering Considerations</vt:lpstr>
      <vt:lpstr>Prompt builder interface</vt:lpstr>
      <vt:lpstr>AI Builder</vt:lpstr>
      <vt:lpstr>What is AI Builder</vt:lpstr>
      <vt:lpstr>AI Builder Prerequisites</vt:lpstr>
      <vt:lpstr>Steps to Use AI Builder in Copilot Studio 1/ 2</vt:lpstr>
      <vt:lpstr>Steps to Use AI Builder in Copilot Studio 2/ 2</vt:lpstr>
      <vt:lpstr>Integrate Enterprise data using Connectors</vt:lpstr>
      <vt:lpstr>Enterprise Connectors in Copilot Studio</vt:lpstr>
      <vt:lpstr>Supported real-time connectors</vt:lpstr>
      <vt:lpstr>Using Dataverse &amp; Integrating Data</vt:lpstr>
      <vt:lpstr>Using Dataverse in Copilot Studio</vt:lpstr>
      <vt:lpstr>Connections in - Power Automat</vt:lpstr>
      <vt:lpstr>Tables in Dataverse</vt:lpstr>
      <vt:lpstr>Consuming REST Api’s</vt:lpstr>
      <vt:lpstr>Understanding REST &amp; OpenAPI</vt:lpstr>
      <vt:lpstr>How to Get OpenAPI Documentation</vt:lpstr>
      <vt:lpstr>Provide API specification, description, and solution</vt:lpstr>
      <vt:lpstr>REST Tool in Copilot Studio</vt:lpstr>
      <vt:lpstr>Connections in Copilot Studio</vt:lpstr>
      <vt:lpstr>Testing the Connection</vt:lpstr>
      <vt:lpstr>Model Context Protocol (MCP)</vt:lpstr>
      <vt:lpstr>Model Context Protocol (MCP)</vt:lpstr>
      <vt:lpstr>Example: GitHub MCP </vt:lpstr>
      <vt:lpstr>MCP</vt:lpstr>
      <vt:lpstr>MCP Architecture</vt:lpstr>
      <vt:lpstr>HR MCP Server</vt:lpstr>
      <vt:lpstr>MCP Inspector</vt:lpstr>
      <vt:lpstr>Consuming MCP in Copilot Studio</vt:lpstr>
      <vt:lpstr>Use MCP in Copilot Studio</vt:lpstr>
      <vt:lpstr>Use MCP Server</vt:lpstr>
      <vt:lpstr>Example Use Cases</vt:lpstr>
      <vt:lpstr>Automating Visual Tasks using Computer Use</vt:lpstr>
      <vt:lpstr>Introduction to Computer Use</vt:lpstr>
      <vt:lpstr>Food Inventory (Catalog)</vt:lpstr>
      <vt:lpstr>Steps to Implement</vt:lpstr>
      <vt:lpstr>Configure Details</vt:lpstr>
      <vt:lpstr>PowerPoint Presentation</vt:lpstr>
      <vt:lpstr>PowerPoint Presentation</vt:lpstr>
      <vt:lpstr>Computer use in Copilot Studio</vt:lpstr>
      <vt:lpstr>Managed Agents</vt:lpstr>
      <vt:lpstr>Managed Agents</vt:lpstr>
      <vt:lpstr>Document Processor Agent</vt:lpstr>
      <vt:lpstr>Store Operations Agent</vt:lpstr>
      <vt:lpstr>Advanced Copilot Studio Agents</vt:lpstr>
      <vt:lpstr>Advanced Copilot Studio - Agenda</vt:lpstr>
      <vt:lpstr>Autonomous Agents &amp; Triggers</vt:lpstr>
      <vt:lpstr>What are autonomous agents?</vt:lpstr>
      <vt:lpstr>Triggers for Autonomous Agents in Copilot Studio</vt:lpstr>
      <vt:lpstr>Trigger Connections</vt:lpstr>
      <vt:lpstr>Service Account for Shared Mailbox Automation</vt:lpstr>
      <vt:lpstr>Testing the Trigger</vt:lpstr>
      <vt:lpstr>Autonomous Agents Big Picture</vt:lpstr>
      <vt:lpstr>Multi Agent Orchestrations</vt:lpstr>
      <vt:lpstr>Multi-agent orchestration</vt:lpstr>
      <vt:lpstr>Benefits of Multi‑Agent Solutions</vt:lpstr>
      <vt:lpstr>Example Travel Advisior</vt:lpstr>
      <vt:lpstr>Connectable Agents</vt:lpstr>
      <vt:lpstr>Deep Reasoning</vt:lpstr>
      <vt:lpstr>What is Deep Reasoning</vt:lpstr>
      <vt:lpstr>Deep Reasoning in Copilot Studio</vt:lpstr>
      <vt:lpstr>Using Agent Flows to Automate Tasks</vt:lpstr>
      <vt:lpstr>Agent Flows</vt:lpstr>
      <vt:lpstr>Advantages of Agent Flows</vt:lpstr>
      <vt:lpstr>Creating Agent Flows</vt:lpstr>
      <vt:lpstr>Dynamic Values in Copilot Studio Agent Flows</vt:lpstr>
      <vt:lpstr>Human in the loop in Agent Flows</vt:lpstr>
      <vt:lpstr>Publishing &amp; Monitoring  Copilot Studio Agents</vt:lpstr>
      <vt:lpstr>Publishing &amp; Monitoring - Agenda</vt:lpstr>
      <vt:lpstr>Publishing Overview</vt:lpstr>
      <vt:lpstr>Publishing Agents</vt:lpstr>
      <vt:lpstr>Artifacts Created When Publishing a Copilot Agent</vt:lpstr>
      <vt:lpstr>Environment &amp;  Solutions Management</vt:lpstr>
      <vt:lpstr>Managed vs Unmanaged Environments</vt:lpstr>
      <vt:lpstr>Environment Types</vt:lpstr>
      <vt:lpstr>Working with environments</vt:lpstr>
      <vt:lpstr>Solutions in Power Automate</vt:lpstr>
      <vt:lpstr>Solution Artifacts</vt:lpstr>
      <vt:lpstr>Exporting Agents</vt:lpstr>
      <vt:lpstr>Exporting existing Agents</vt:lpstr>
      <vt:lpstr>Deployment Pipelines </vt:lpstr>
      <vt:lpstr>Deployment Pipelines for Copilot Studio Agents</vt:lpstr>
      <vt:lpstr>Source Control Integration</vt:lpstr>
      <vt:lpstr>Using Analytics And Insights</vt:lpstr>
      <vt:lpstr>Several Analytics Informations</vt:lpstr>
      <vt:lpstr>Analytics &amp; Insights </vt:lpstr>
      <vt:lpstr>Analytics &amp; Insights </vt:lpstr>
      <vt:lpstr>Analytics &amp; Insights </vt:lpstr>
      <vt:lpstr>Copilot Studo Compliance</vt:lpstr>
      <vt:lpstr>Copilot Control System</vt:lpstr>
      <vt:lpstr>Agent Controls Model</vt:lpstr>
      <vt:lpstr>Agent Control Zones</vt:lpstr>
      <vt:lpstr>Securing Data using Purview</vt:lpstr>
      <vt:lpstr>Microsoft Purview &amp; Copilot</vt:lpstr>
      <vt:lpstr>Purview Sensitivity Labels – Key Concepts</vt:lpstr>
      <vt:lpstr>Examples</vt:lpstr>
      <vt:lpstr>Purview Sensitivity Labels &amp; Copilot</vt:lpstr>
      <vt:lpstr>Copilot Examples</vt:lpstr>
      <vt:lpstr>Agent Sprawling</vt:lpstr>
      <vt:lpstr>Agent Sprawl in Organizations</vt:lpstr>
      <vt:lpstr>Measure against Agent Sprawl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Completing Basic Tasks</dc:title>
  <dc:creator>Administrator</dc:creator>
  <cp:lastModifiedBy>Alexander Kastil</cp:lastModifiedBy>
  <cp:revision>1</cp:revision>
  <dcterms:created xsi:type="dcterms:W3CDTF">2016-02-23T07:11:59Z</dcterms:created>
  <dcterms:modified xsi:type="dcterms:W3CDTF">2025-10-21T06:26:04Z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S">
    <vt:lpwstr>39;#Angular Advanced Development|6913c8f4-9000-416d-9c3c-dc91b11b6596</vt:lpwstr>
  </property>
  <property fmtid="{D5CDD505-2E9C-101B-9397-08002B2CF9AE}" pid="3" name="Workshop">
    <vt:lpwstr>PowerCamp Web Development</vt:lpwstr>
  </property>
  <property fmtid="{D5CDD505-2E9C-101B-9397-08002B2CF9AE}" pid="4" name="Topics">
    <vt:lpwstr/>
  </property>
  <property fmtid="{D5CDD505-2E9C-101B-9397-08002B2CF9AE}" pid="5" name="ContentTypeId">
    <vt:lpwstr>0x0101000AC51C45C11C7E4294F4C9BB3333D9AB</vt:lpwstr>
  </property>
  <property fmtid="{D5CDD505-2E9C-101B-9397-08002B2CF9AE}" pid="6" name="AuthorIds_UIVersion_27">
    <vt:lpwstr>9</vt:lpwstr>
  </property>
  <property fmtid="{D5CDD505-2E9C-101B-9397-08002B2CF9AE}" pid="7" name="AuthorIds_UIVersion_29">
    <vt:lpwstr>9</vt:lpwstr>
  </property>
  <property fmtid="{D5CDD505-2E9C-101B-9397-08002B2CF9AE}" pid="8" name="MediaServiceImageTags">
    <vt:lpwstr/>
  </property>
  <property fmtid="{D5CDD505-2E9C-101B-9397-08002B2CF9AE}" pid="9" name="xd_ProgID">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